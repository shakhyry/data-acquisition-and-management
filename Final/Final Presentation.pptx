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  <a:srgbClr val="E97132"/>
    <a:srgbClr val="0C33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201BE0-A9B8-900E-8EC5-5C4B4EEBF07B}" v="462" dt="2025-12-07T21:33:51.3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9ECF82-3ACA-430E-92BD-4E8D27FE848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219B74E-87D1-4873-B1D0-AA23DCE32EA0}">
      <dgm:prSet/>
      <dgm:spPr/>
      <dgm:t>
        <a:bodyPr/>
        <a:lstStyle/>
        <a:p>
          <a:r>
            <a:rPr lang="en-US"/>
            <a:t>Online learning is becoming more common.</a:t>
          </a:r>
        </a:p>
      </dgm:t>
    </dgm:pt>
    <dgm:pt modelId="{5754FE3F-C46B-4967-8FD8-36122B16199C}" type="parTrans" cxnId="{1E7FD048-BC8F-4E2D-A964-266C267AB6C8}">
      <dgm:prSet/>
      <dgm:spPr/>
      <dgm:t>
        <a:bodyPr/>
        <a:lstStyle/>
        <a:p>
          <a:endParaRPr lang="en-US"/>
        </a:p>
      </dgm:t>
    </dgm:pt>
    <dgm:pt modelId="{07117F35-56D5-4ACA-B3A7-D4DA5BA050C0}" type="sibTrans" cxnId="{1E7FD048-BC8F-4E2D-A964-266C267AB6C8}">
      <dgm:prSet/>
      <dgm:spPr/>
      <dgm:t>
        <a:bodyPr/>
        <a:lstStyle/>
        <a:p>
          <a:endParaRPr lang="en-US"/>
        </a:p>
      </dgm:t>
    </dgm:pt>
    <dgm:pt modelId="{027AD0FE-07EB-4384-AC47-E9A2BC2373EC}">
      <dgm:prSet/>
      <dgm:spPr/>
      <dgm:t>
        <a:bodyPr/>
        <a:lstStyle/>
        <a:p>
          <a:r>
            <a:rPr lang="en-US"/>
            <a:t>Student success varies widely in online formats.</a:t>
          </a:r>
        </a:p>
      </dgm:t>
    </dgm:pt>
    <dgm:pt modelId="{8D2C8B15-6DA6-4DC2-A2BE-DA72160AC054}" type="parTrans" cxnId="{41EEA03F-E3AB-4F26-B2A1-6CCFA6DAA14A}">
      <dgm:prSet/>
      <dgm:spPr/>
      <dgm:t>
        <a:bodyPr/>
        <a:lstStyle/>
        <a:p>
          <a:endParaRPr lang="en-US"/>
        </a:p>
      </dgm:t>
    </dgm:pt>
    <dgm:pt modelId="{5EDDB520-0B0E-40BE-AF3C-21172A200BC1}" type="sibTrans" cxnId="{41EEA03F-E3AB-4F26-B2A1-6CCFA6DAA14A}">
      <dgm:prSet/>
      <dgm:spPr/>
      <dgm:t>
        <a:bodyPr/>
        <a:lstStyle/>
        <a:p>
          <a:endParaRPr lang="en-US"/>
        </a:p>
      </dgm:t>
    </dgm:pt>
    <dgm:pt modelId="{6C306005-DC2D-4DFA-9195-AF936734BA09}">
      <dgm:prSet/>
      <dgm:spPr/>
      <dgm:t>
        <a:bodyPr/>
        <a:lstStyle/>
        <a:p>
          <a:r>
            <a:rPr lang="en-US"/>
            <a:t>Instructors often don’t know which factors matter most.</a:t>
          </a:r>
        </a:p>
      </dgm:t>
    </dgm:pt>
    <dgm:pt modelId="{9B31D31C-5315-4F4A-AC8A-BBC7E35EFF29}" type="parTrans" cxnId="{2C1B50E2-54DE-4921-92EB-35CEBB8CB3AD}">
      <dgm:prSet/>
      <dgm:spPr/>
      <dgm:t>
        <a:bodyPr/>
        <a:lstStyle/>
        <a:p>
          <a:endParaRPr lang="en-US"/>
        </a:p>
      </dgm:t>
    </dgm:pt>
    <dgm:pt modelId="{CB49A597-883C-4C7A-959B-45093C3DEE9D}" type="sibTrans" cxnId="{2C1B50E2-54DE-4921-92EB-35CEBB8CB3AD}">
      <dgm:prSet/>
      <dgm:spPr/>
      <dgm:t>
        <a:bodyPr/>
        <a:lstStyle/>
        <a:p>
          <a:endParaRPr lang="en-US"/>
        </a:p>
      </dgm:t>
    </dgm:pt>
    <dgm:pt modelId="{6B12B29C-71B3-4519-9AED-BBEEFE926DB9}">
      <dgm:prSet/>
      <dgm:spPr/>
      <dgm:t>
        <a:bodyPr/>
        <a:lstStyle/>
        <a:p>
          <a:r>
            <a:rPr lang="en-US"/>
            <a:t>I wanted to analyze real behavioral patterns and discover what drives outcomes.</a:t>
          </a:r>
        </a:p>
      </dgm:t>
    </dgm:pt>
    <dgm:pt modelId="{60D5C079-533F-4F60-9BC6-E62CEBF15866}" type="parTrans" cxnId="{9308E773-7FCF-433F-B167-B22BB5524C91}">
      <dgm:prSet/>
      <dgm:spPr/>
      <dgm:t>
        <a:bodyPr/>
        <a:lstStyle/>
        <a:p>
          <a:endParaRPr lang="en-US"/>
        </a:p>
      </dgm:t>
    </dgm:pt>
    <dgm:pt modelId="{6814968B-33BF-4668-9771-26A07312C1CF}" type="sibTrans" cxnId="{9308E773-7FCF-433F-B167-B22BB5524C91}">
      <dgm:prSet/>
      <dgm:spPr/>
      <dgm:t>
        <a:bodyPr/>
        <a:lstStyle/>
        <a:p>
          <a:endParaRPr lang="en-US"/>
        </a:p>
      </dgm:t>
    </dgm:pt>
    <dgm:pt modelId="{A546276E-3D81-4067-987A-6FB488F8134D}" type="pres">
      <dgm:prSet presAssocID="{729ECF82-3ACA-430E-92BD-4E8D27FE8487}" presName="root" presStyleCnt="0">
        <dgm:presLayoutVars>
          <dgm:dir/>
          <dgm:resizeHandles val="exact"/>
        </dgm:presLayoutVars>
      </dgm:prSet>
      <dgm:spPr/>
    </dgm:pt>
    <dgm:pt modelId="{3729EC2C-A009-4542-AA9C-2007C067BE11}" type="pres">
      <dgm:prSet presAssocID="{729ECF82-3ACA-430E-92BD-4E8D27FE8487}" presName="container" presStyleCnt="0">
        <dgm:presLayoutVars>
          <dgm:dir/>
          <dgm:resizeHandles val="exact"/>
        </dgm:presLayoutVars>
      </dgm:prSet>
      <dgm:spPr/>
    </dgm:pt>
    <dgm:pt modelId="{0DD6DE08-2F97-47E4-9604-5B388030E245}" type="pres">
      <dgm:prSet presAssocID="{3219B74E-87D1-4873-B1D0-AA23DCE32EA0}" presName="compNode" presStyleCnt="0"/>
      <dgm:spPr/>
    </dgm:pt>
    <dgm:pt modelId="{460B76A3-1282-401D-85D5-20E578947073}" type="pres">
      <dgm:prSet presAssocID="{3219B74E-87D1-4873-B1D0-AA23DCE32EA0}" presName="iconBgRect" presStyleLbl="bgShp" presStyleIdx="0" presStyleCnt="4"/>
      <dgm:spPr/>
    </dgm:pt>
    <dgm:pt modelId="{931B9C38-59F2-4C95-B375-0DBFA4684F19}" type="pres">
      <dgm:prSet presAssocID="{3219B74E-87D1-4873-B1D0-AA23DCE32EA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5566082B-9E14-4498-BE3A-4AABFB6E0FA7}" type="pres">
      <dgm:prSet presAssocID="{3219B74E-87D1-4873-B1D0-AA23DCE32EA0}" presName="spaceRect" presStyleCnt="0"/>
      <dgm:spPr/>
    </dgm:pt>
    <dgm:pt modelId="{8DC1DEDB-16B4-47F1-9324-AA6808A3D683}" type="pres">
      <dgm:prSet presAssocID="{3219B74E-87D1-4873-B1D0-AA23DCE32EA0}" presName="textRect" presStyleLbl="revTx" presStyleIdx="0" presStyleCnt="4">
        <dgm:presLayoutVars>
          <dgm:chMax val="1"/>
          <dgm:chPref val="1"/>
        </dgm:presLayoutVars>
      </dgm:prSet>
      <dgm:spPr/>
    </dgm:pt>
    <dgm:pt modelId="{4544F606-85AC-4CFC-9597-2FB5C32CC0E7}" type="pres">
      <dgm:prSet presAssocID="{07117F35-56D5-4ACA-B3A7-D4DA5BA050C0}" presName="sibTrans" presStyleLbl="sibTrans2D1" presStyleIdx="0" presStyleCnt="0"/>
      <dgm:spPr/>
    </dgm:pt>
    <dgm:pt modelId="{A1C07C44-4B3C-4294-B96B-E6DA6CFF1327}" type="pres">
      <dgm:prSet presAssocID="{027AD0FE-07EB-4384-AC47-E9A2BC2373EC}" presName="compNode" presStyleCnt="0"/>
      <dgm:spPr/>
    </dgm:pt>
    <dgm:pt modelId="{F6AE60FC-E958-4091-87BC-D9CB603D0662}" type="pres">
      <dgm:prSet presAssocID="{027AD0FE-07EB-4384-AC47-E9A2BC2373EC}" presName="iconBgRect" presStyleLbl="bgShp" presStyleIdx="1" presStyleCnt="4"/>
      <dgm:spPr/>
    </dgm:pt>
    <dgm:pt modelId="{CF3BF5C0-7037-4456-9804-058B3363BB98}" type="pres">
      <dgm:prSet presAssocID="{027AD0FE-07EB-4384-AC47-E9A2BC2373E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939BDDFD-E4BD-4627-A396-9F736B97591A}" type="pres">
      <dgm:prSet presAssocID="{027AD0FE-07EB-4384-AC47-E9A2BC2373EC}" presName="spaceRect" presStyleCnt="0"/>
      <dgm:spPr/>
    </dgm:pt>
    <dgm:pt modelId="{53747857-949C-49E0-B6DD-AE6A2C6F9977}" type="pres">
      <dgm:prSet presAssocID="{027AD0FE-07EB-4384-AC47-E9A2BC2373EC}" presName="textRect" presStyleLbl="revTx" presStyleIdx="1" presStyleCnt="4">
        <dgm:presLayoutVars>
          <dgm:chMax val="1"/>
          <dgm:chPref val="1"/>
        </dgm:presLayoutVars>
      </dgm:prSet>
      <dgm:spPr/>
    </dgm:pt>
    <dgm:pt modelId="{28322FEE-BAFD-469C-AD1E-36425A50DB63}" type="pres">
      <dgm:prSet presAssocID="{5EDDB520-0B0E-40BE-AF3C-21172A200BC1}" presName="sibTrans" presStyleLbl="sibTrans2D1" presStyleIdx="0" presStyleCnt="0"/>
      <dgm:spPr/>
    </dgm:pt>
    <dgm:pt modelId="{D6DA37D8-374E-45DE-911E-672D48496A6F}" type="pres">
      <dgm:prSet presAssocID="{6C306005-DC2D-4DFA-9195-AF936734BA09}" presName="compNode" presStyleCnt="0"/>
      <dgm:spPr/>
    </dgm:pt>
    <dgm:pt modelId="{B35A1AA5-B586-4308-B182-D57481032E10}" type="pres">
      <dgm:prSet presAssocID="{6C306005-DC2D-4DFA-9195-AF936734BA09}" presName="iconBgRect" presStyleLbl="bgShp" presStyleIdx="2" presStyleCnt="4"/>
      <dgm:spPr/>
    </dgm:pt>
    <dgm:pt modelId="{D9599803-3CF2-45C1-BA94-85951FA92B48}" type="pres">
      <dgm:prSet presAssocID="{6C306005-DC2D-4DFA-9195-AF936734BA0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D5B48134-8646-4ED5-B6BB-85E9F5001483}" type="pres">
      <dgm:prSet presAssocID="{6C306005-DC2D-4DFA-9195-AF936734BA09}" presName="spaceRect" presStyleCnt="0"/>
      <dgm:spPr/>
    </dgm:pt>
    <dgm:pt modelId="{1B50A0B7-03C2-4EA8-8FE0-7B135BF9FEE3}" type="pres">
      <dgm:prSet presAssocID="{6C306005-DC2D-4DFA-9195-AF936734BA09}" presName="textRect" presStyleLbl="revTx" presStyleIdx="2" presStyleCnt="4">
        <dgm:presLayoutVars>
          <dgm:chMax val="1"/>
          <dgm:chPref val="1"/>
        </dgm:presLayoutVars>
      </dgm:prSet>
      <dgm:spPr/>
    </dgm:pt>
    <dgm:pt modelId="{D3906B7E-D52E-4C8D-AA4A-3FAC5A3FBF6E}" type="pres">
      <dgm:prSet presAssocID="{CB49A597-883C-4C7A-959B-45093C3DEE9D}" presName="sibTrans" presStyleLbl="sibTrans2D1" presStyleIdx="0" presStyleCnt="0"/>
      <dgm:spPr/>
    </dgm:pt>
    <dgm:pt modelId="{83751111-61F8-4FE7-9BCB-C2505E2352AA}" type="pres">
      <dgm:prSet presAssocID="{6B12B29C-71B3-4519-9AED-BBEEFE926DB9}" presName="compNode" presStyleCnt="0"/>
      <dgm:spPr/>
    </dgm:pt>
    <dgm:pt modelId="{639F5F4D-592C-47F5-93AA-2675E02803F7}" type="pres">
      <dgm:prSet presAssocID="{6B12B29C-71B3-4519-9AED-BBEEFE926DB9}" presName="iconBgRect" presStyleLbl="bgShp" presStyleIdx="3" presStyleCnt="4"/>
      <dgm:spPr/>
    </dgm:pt>
    <dgm:pt modelId="{B52E9E65-E3DE-4CF5-843F-3770EC6699FD}" type="pres">
      <dgm:prSet presAssocID="{6B12B29C-71B3-4519-9AED-BBEEFE926DB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6E6808F-A7D9-4A2C-A795-2DE669307878}" type="pres">
      <dgm:prSet presAssocID="{6B12B29C-71B3-4519-9AED-BBEEFE926DB9}" presName="spaceRect" presStyleCnt="0"/>
      <dgm:spPr/>
    </dgm:pt>
    <dgm:pt modelId="{85469E2C-8F44-4241-B087-F2B252D6F42E}" type="pres">
      <dgm:prSet presAssocID="{6B12B29C-71B3-4519-9AED-BBEEFE926DB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DC47637-3B11-4C59-BA47-C26D9D6C27C8}" type="presOf" srcId="{027AD0FE-07EB-4384-AC47-E9A2BC2373EC}" destId="{53747857-949C-49E0-B6DD-AE6A2C6F9977}" srcOrd="0" destOrd="0" presId="urn:microsoft.com/office/officeart/2018/2/layout/IconCircleList"/>
    <dgm:cxn modelId="{41EEA03F-E3AB-4F26-B2A1-6CCFA6DAA14A}" srcId="{729ECF82-3ACA-430E-92BD-4E8D27FE8487}" destId="{027AD0FE-07EB-4384-AC47-E9A2BC2373EC}" srcOrd="1" destOrd="0" parTransId="{8D2C8B15-6DA6-4DC2-A2BE-DA72160AC054}" sibTransId="{5EDDB520-0B0E-40BE-AF3C-21172A200BC1}"/>
    <dgm:cxn modelId="{BFFEF244-F72D-42A9-9E6C-B38BC1651F33}" type="presOf" srcId="{6B12B29C-71B3-4519-9AED-BBEEFE926DB9}" destId="{85469E2C-8F44-4241-B087-F2B252D6F42E}" srcOrd="0" destOrd="0" presId="urn:microsoft.com/office/officeart/2018/2/layout/IconCircleList"/>
    <dgm:cxn modelId="{1E7FD048-BC8F-4E2D-A964-266C267AB6C8}" srcId="{729ECF82-3ACA-430E-92BD-4E8D27FE8487}" destId="{3219B74E-87D1-4873-B1D0-AA23DCE32EA0}" srcOrd="0" destOrd="0" parTransId="{5754FE3F-C46B-4967-8FD8-36122B16199C}" sibTransId="{07117F35-56D5-4ACA-B3A7-D4DA5BA050C0}"/>
    <dgm:cxn modelId="{9308E773-7FCF-433F-B167-B22BB5524C91}" srcId="{729ECF82-3ACA-430E-92BD-4E8D27FE8487}" destId="{6B12B29C-71B3-4519-9AED-BBEEFE926DB9}" srcOrd="3" destOrd="0" parTransId="{60D5C079-533F-4F60-9BC6-E62CEBF15866}" sibTransId="{6814968B-33BF-4668-9771-26A07312C1CF}"/>
    <dgm:cxn modelId="{A1B32F54-EC1E-453E-925B-6AEE0803D00D}" type="presOf" srcId="{729ECF82-3ACA-430E-92BD-4E8D27FE8487}" destId="{A546276E-3D81-4067-987A-6FB488F8134D}" srcOrd="0" destOrd="0" presId="urn:microsoft.com/office/officeart/2018/2/layout/IconCircleList"/>
    <dgm:cxn modelId="{6C9DDA79-787C-437F-8784-9AF43230045C}" type="presOf" srcId="{6C306005-DC2D-4DFA-9195-AF936734BA09}" destId="{1B50A0B7-03C2-4EA8-8FE0-7B135BF9FEE3}" srcOrd="0" destOrd="0" presId="urn:microsoft.com/office/officeart/2018/2/layout/IconCircleList"/>
    <dgm:cxn modelId="{E5C6E78C-67F8-4D5E-9E37-6ADB187E073A}" type="presOf" srcId="{07117F35-56D5-4ACA-B3A7-D4DA5BA050C0}" destId="{4544F606-85AC-4CFC-9597-2FB5C32CC0E7}" srcOrd="0" destOrd="0" presId="urn:microsoft.com/office/officeart/2018/2/layout/IconCircleList"/>
    <dgm:cxn modelId="{85A94294-687D-42A5-97F0-7C75783982C0}" type="presOf" srcId="{3219B74E-87D1-4873-B1D0-AA23DCE32EA0}" destId="{8DC1DEDB-16B4-47F1-9324-AA6808A3D683}" srcOrd="0" destOrd="0" presId="urn:microsoft.com/office/officeart/2018/2/layout/IconCircleList"/>
    <dgm:cxn modelId="{3E4541A1-B574-4B28-8B2A-282E5999381C}" type="presOf" srcId="{CB49A597-883C-4C7A-959B-45093C3DEE9D}" destId="{D3906B7E-D52E-4C8D-AA4A-3FAC5A3FBF6E}" srcOrd="0" destOrd="0" presId="urn:microsoft.com/office/officeart/2018/2/layout/IconCircleList"/>
    <dgm:cxn modelId="{2C1B50E2-54DE-4921-92EB-35CEBB8CB3AD}" srcId="{729ECF82-3ACA-430E-92BD-4E8D27FE8487}" destId="{6C306005-DC2D-4DFA-9195-AF936734BA09}" srcOrd="2" destOrd="0" parTransId="{9B31D31C-5315-4F4A-AC8A-BBC7E35EFF29}" sibTransId="{CB49A597-883C-4C7A-959B-45093C3DEE9D}"/>
    <dgm:cxn modelId="{5940A5FC-DA89-40C3-9B31-6F32588A542D}" type="presOf" srcId="{5EDDB520-0B0E-40BE-AF3C-21172A200BC1}" destId="{28322FEE-BAFD-469C-AD1E-36425A50DB63}" srcOrd="0" destOrd="0" presId="urn:microsoft.com/office/officeart/2018/2/layout/IconCircleList"/>
    <dgm:cxn modelId="{3781FF0F-1F4E-4840-9DD0-D9EE7717C91E}" type="presParOf" srcId="{A546276E-3D81-4067-987A-6FB488F8134D}" destId="{3729EC2C-A009-4542-AA9C-2007C067BE11}" srcOrd="0" destOrd="0" presId="urn:microsoft.com/office/officeart/2018/2/layout/IconCircleList"/>
    <dgm:cxn modelId="{B8389DA5-DFE6-47BE-A7F8-4F303D135D61}" type="presParOf" srcId="{3729EC2C-A009-4542-AA9C-2007C067BE11}" destId="{0DD6DE08-2F97-47E4-9604-5B388030E245}" srcOrd="0" destOrd="0" presId="urn:microsoft.com/office/officeart/2018/2/layout/IconCircleList"/>
    <dgm:cxn modelId="{73C30ADD-4BC9-4FC6-A381-C4A929086DE9}" type="presParOf" srcId="{0DD6DE08-2F97-47E4-9604-5B388030E245}" destId="{460B76A3-1282-401D-85D5-20E578947073}" srcOrd="0" destOrd="0" presId="urn:microsoft.com/office/officeart/2018/2/layout/IconCircleList"/>
    <dgm:cxn modelId="{6A6347CD-9006-4D43-B9B8-46F8990887F8}" type="presParOf" srcId="{0DD6DE08-2F97-47E4-9604-5B388030E245}" destId="{931B9C38-59F2-4C95-B375-0DBFA4684F19}" srcOrd="1" destOrd="0" presId="urn:microsoft.com/office/officeart/2018/2/layout/IconCircleList"/>
    <dgm:cxn modelId="{AD3191BE-A189-4664-9A4D-D69A0F9447B4}" type="presParOf" srcId="{0DD6DE08-2F97-47E4-9604-5B388030E245}" destId="{5566082B-9E14-4498-BE3A-4AABFB6E0FA7}" srcOrd="2" destOrd="0" presId="urn:microsoft.com/office/officeart/2018/2/layout/IconCircleList"/>
    <dgm:cxn modelId="{97FB8FD3-4399-418D-BF45-A723FEEFEDD2}" type="presParOf" srcId="{0DD6DE08-2F97-47E4-9604-5B388030E245}" destId="{8DC1DEDB-16B4-47F1-9324-AA6808A3D683}" srcOrd="3" destOrd="0" presId="urn:microsoft.com/office/officeart/2018/2/layout/IconCircleList"/>
    <dgm:cxn modelId="{7049C4FB-F08F-4163-BE22-114BE7C2413F}" type="presParOf" srcId="{3729EC2C-A009-4542-AA9C-2007C067BE11}" destId="{4544F606-85AC-4CFC-9597-2FB5C32CC0E7}" srcOrd="1" destOrd="0" presId="urn:microsoft.com/office/officeart/2018/2/layout/IconCircleList"/>
    <dgm:cxn modelId="{67F897E6-138F-4C5C-AAD3-9738B4AE5425}" type="presParOf" srcId="{3729EC2C-A009-4542-AA9C-2007C067BE11}" destId="{A1C07C44-4B3C-4294-B96B-E6DA6CFF1327}" srcOrd="2" destOrd="0" presId="urn:microsoft.com/office/officeart/2018/2/layout/IconCircleList"/>
    <dgm:cxn modelId="{A7121B92-914B-40EB-9FF0-FF244E0A111F}" type="presParOf" srcId="{A1C07C44-4B3C-4294-B96B-E6DA6CFF1327}" destId="{F6AE60FC-E958-4091-87BC-D9CB603D0662}" srcOrd="0" destOrd="0" presId="urn:microsoft.com/office/officeart/2018/2/layout/IconCircleList"/>
    <dgm:cxn modelId="{EE142929-1502-4715-9CFE-CCEE201F5644}" type="presParOf" srcId="{A1C07C44-4B3C-4294-B96B-E6DA6CFF1327}" destId="{CF3BF5C0-7037-4456-9804-058B3363BB98}" srcOrd="1" destOrd="0" presId="urn:microsoft.com/office/officeart/2018/2/layout/IconCircleList"/>
    <dgm:cxn modelId="{0C8F0F15-EA48-438C-9DB0-8E7D19E72C4A}" type="presParOf" srcId="{A1C07C44-4B3C-4294-B96B-E6DA6CFF1327}" destId="{939BDDFD-E4BD-4627-A396-9F736B97591A}" srcOrd="2" destOrd="0" presId="urn:microsoft.com/office/officeart/2018/2/layout/IconCircleList"/>
    <dgm:cxn modelId="{D48CBEA0-1855-4493-8A00-F14119074BB7}" type="presParOf" srcId="{A1C07C44-4B3C-4294-B96B-E6DA6CFF1327}" destId="{53747857-949C-49E0-B6DD-AE6A2C6F9977}" srcOrd="3" destOrd="0" presId="urn:microsoft.com/office/officeart/2018/2/layout/IconCircleList"/>
    <dgm:cxn modelId="{66F4655D-3566-414B-A5B4-C72BEBDBAC1C}" type="presParOf" srcId="{3729EC2C-A009-4542-AA9C-2007C067BE11}" destId="{28322FEE-BAFD-469C-AD1E-36425A50DB63}" srcOrd="3" destOrd="0" presId="urn:microsoft.com/office/officeart/2018/2/layout/IconCircleList"/>
    <dgm:cxn modelId="{76957D14-DF98-4CC5-816F-5B2477541352}" type="presParOf" srcId="{3729EC2C-A009-4542-AA9C-2007C067BE11}" destId="{D6DA37D8-374E-45DE-911E-672D48496A6F}" srcOrd="4" destOrd="0" presId="urn:microsoft.com/office/officeart/2018/2/layout/IconCircleList"/>
    <dgm:cxn modelId="{709C4518-4916-405A-9347-E457AAF74229}" type="presParOf" srcId="{D6DA37D8-374E-45DE-911E-672D48496A6F}" destId="{B35A1AA5-B586-4308-B182-D57481032E10}" srcOrd="0" destOrd="0" presId="urn:microsoft.com/office/officeart/2018/2/layout/IconCircleList"/>
    <dgm:cxn modelId="{3FEAA72E-7B6C-40CE-BB71-49A0CB672EB4}" type="presParOf" srcId="{D6DA37D8-374E-45DE-911E-672D48496A6F}" destId="{D9599803-3CF2-45C1-BA94-85951FA92B48}" srcOrd="1" destOrd="0" presId="urn:microsoft.com/office/officeart/2018/2/layout/IconCircleList"/>
    <dgm:cxn modelId="{41C2D878-8934-4539-98BE-3E6CB8300813}" type="presParOf" srcId="{D6DA37D8-374E-45DE-911E-672D48496A6F}" destId="{D5B48134-8646-4ED5-B6BB-85E9F5001483}" srcOrd="2" destOrd="0" presId="urn:microsoft.com/office/officeart/2018/2/layout/IconCircleList"/>
    <dgm:cxn modelId="{6E5362A4-C65E-49C0-8594-63754B113A65}" type="presParOf" srcId="{D6DA37D8-374E-45DE-911E-672D48496A6F}" destId="{1B50A0B7-03C2-4EA8-8FE0-7B135BF9FEE3}" srcOrd="3" destOrd="0" presId="urn:microsoft.com/office/officeart/2018/2/layout/IconCircleList"/>
    <dgm:cxn modelId="{B6D8F9FC-7002-47C5-B97D-399AAD50EC34}" type="presParOf" srcId="{3729EC2C-A009-4542-AA9C-2007C067BE11}" destId="{D3906B7E-D52E-4C8D-AA4A-3FAC5A3FBF6E}" srcOrd="5" destOrd="0" presId="urn:microsoft.com/office/officeart/2018/2/layout/IconCircleList"/>
    <dgm:cxn modelId="{CEC3E6F5-7C19-4F8D-A2E8-F029372480C2}" type="presParOf" srcId="{3729EC2C-A009-4542-AA9C-2007C067BE11}" destId="{83751111-61F8-4FE7-9BCB-C2505E2352AA}" srcOrd="6" destOrd="0" presId="urn:microsoft.com/office/officeart/2018/2/layout/IconCircleList"/>
    <dgm:cxn modelId="{5BE172FE-7506-4F6F-B1C7-6D1661703B18}" type="presParOf" srcId="{83751111-61F8-4FE7-9BCB-C2505E2352AA}" destId="{639F5F4D-592C-47F5-93AA-2675E02803F7}" srcOrd="0" destOrd="0" presId="urn:microsoft.com/office/officeart/2018/2/layout/IconCircleList"/>
    <dgm:cxn modelId="{234D95AD-6017-4AA6-90E5-C2982D4FDF74}" type="presParOf" srcId="{83751111-61F8-4FE7-9BCB-C2505E2352AA}" destId="{B52E9E65-E3DE-4CF5-843F-3770EC6699FD}" srcOrd="1" destOrd="0" presId="urn:microsoft.com/office/officeart/2018/2/layout/IconCircleList"/>
    <dgm:cxn modelId="{B2FC68AF-63CA-4ACF-BA92-C1A8C23E06DA}" type="presParOf" srcId="{83751111-61F8-4FE7-9BCB-C2505E2352AA}" destId="{86E6808F-A7D9-4A2C-A795-2DE669307878}" srcOrd="2" destOrd="0" presId="urn:microsoft.com/office/officeart/2018/2/layout/IconCircleList"/>
    <dgm:cxn modelId="{5607F486-12F1-4567-AFC7-BAC650899ED6}" type="presParOf" srcId="{83751111-61F8-4FE7-9BCB-C2505E2352AA}" destId="{85469E2C-8F44-4241-B087-F2B252D6F42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AC29A34-F0D5-459A-96AC-1FEF1479D4E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12EEBC7A-401E-4F5B-9121-8DC9380BF61B}">
      <dgm:prSet/>
      <dgm:spPr/>
      <dgm:t>
        <a:bodyPr/>
        <a:lstStyle/>
        <a:p>
          <a:r>
            <a:rPr lang="en-US" b="1"/>
            <a:t>Internal Data:</a:t>
          </a:r>
          <a:r>
            <a:rPr lang="en-US"/>
            <a:t> logins, submissions, discussions, grades, demographics</a:t>
          </a:r>
        </a:p>
      </dgm:t>
    </dgm:pt>
    <dgm:pt modelId="{5E184615-5EBB-4B94-A476-EB85E923FD4C}" type="parTrans" cxnId="{E5F4D92E-799D-44C4-991F-01076162AC27}">
      <dgm:prSet/>
      <dgm:spPr/>
      <dgm:t>
        <a:bodyPr/>
        <a:lstStyle/>
        <a:p>
          <a:endParaRPr lang="en-US"/>
        </a:p>
      </dgm:t>
    </dgm:pt>
    <dgm:pt modelId="{8AACA19E-1951-4C2D-9932-CD80C5ACF7F6}" type="sibTrans" cxnId="{E5F4D92E-799D-44C4-991F-01076162AC27}">
      <dgm:prSet/>
      <dgm:spPr/>
      <dgm:t>
        <a:bodyPr/>
        <a:lstStyle/>
        <a:p>
          <a:endParaRPr lang="en-US"/>
        </a:p>
      </dgm:t>
    </dgm:pt>
    <dgm:pt modelId="{2F185D16-808B-45E0-96FA-64D9B1CC4E89}">
      <dgm:prSet/>
      <dgm:spPr/>
      <dgm:t>
        <a:bodyPr/>
        <a:lstStyle/>
        <a:p>
          <a:r>
            <a:rPr lang="en-US" b="1"/>
            <a:t>External Data:</a:t>
          </a:r>
          <a:r>
            <a:rPr lang="en-US"/>
            <a:t> National Engagement Benchmarks (comparing majors to national averages).</a:t>
          </a:r>
        </a:p>
      </dgm:t>
    </dgm:pt>
    <dgm:pt modelId="{BD478EA0-D4B4-4C33-BF47-73FDC23925D0}" type="parTrans" cxnId="{78A845F0-F5A5-4DE0-A0AD-3167D983DFA2}">
      <dgm:prSet/>
      <dgm:spPr/>
      <dgm:t>
        <a:bodyPr/>
        <a:lstStyle/>
        <a:p>
          <a:endParaRPr lang="en-US"/>
        </a:p>
      </dgm:t>
    </dgm:pt>
    <dgm:pt modelId="{D0903662-B2F6-4139-B95E-ED47C6088EBD}" type="sibTrans" cxnId="{78A845F0-F5A5-4DE0-A0AD-3167D983DFA2}">
      <dgm:prSet/>
      <dgm:spPr/>
      <dgm:t>
        <a:bodyPr/>
        <a:lstStyle/>
        <a:p>
          <a:endParaRPr lang="en-US"/>
        </a:p>
      </dgm:t>
    </dgm:pt>
    <dgm:pt modelId="{22FB19E3-5A0A-4DA7-AE73-928EE0404E1A}">
      <dgm:prSet/>
      <dgm:spPr/>
      <dgm:t>
        <a:bodyPr/>
        <a:lstStyle/>
        <a:p>
          <a:r>
            <a:rPr lang="en-US" b="1"/>
            <a:t>Synthetic IDs:</a:t>
          </a:r>
          <a:r>
            <a:rPr lang="en-US"/>
            <a:t> because the dataset is simulated and privacy-safe</a:t>
          </a:r>
        </a:p>
      </dgm:t>
    </dgm:pt>
    <dgm:pt modelId="{A22F368F-29CF-49B7-8636-C7472EB65345}" type="parTrans" cxnId="{6E232BCD-74B1-449A-B932-72F441E299DF}">
      <dgm:prSet/>
      <dgm:spPr/>
      <dgm:t>
        <a:bodyPr/>
        <a:lstStyle/>
        <a:p>
          <a:endParaRPr lang="en-US"/>
        </a:p>
      </dgm:t>
    </dgm:pt>
    <dgm:pt modelId="{AFB09600-C223-4157-956D-98455587B81D}" type="sibTrans" cxnId="{6E232BCD-74B1-449A-B932-72F441E299DF}">
      <dgm:prSet/>
      <dgm:spPr/>
      <dgm:t>
        <a:bodyPr/>
        <a:lstStyle/>
        <a:p>
          <a:endParaRPr lang="en-US"/>
        </a:p>
      </dgm:t>
    </dgm:pt>
    <dgm:pt modelId="{CFD6FDC2-591E-4F1B-8CDD-EDB3B01317AA}" type="pres">
      <dgm:prSet presAssocID="{6AC29A34-F0D5-459A-96AC-1FEF1479D4EB}" presName="root" presStyleCnt="0">
        <dgm:presLayoutVars>
          <dgm:dir/>
          <dgm:resizeHandles val="exact"/>
        </dgm:presLayoutVars>
      </dgm:prSet>
      <dgm:spPr/>
    </dgm:pt>
    <dgm:pt modelId="{970C39C3-9D68-4DD1-9A4C-E870766BA985}" type="pres">
      <dgm:prSet presAssocID="{12EEBC7A-401E-4F5B-9121-8DC9380BF61B}" presName="compNode" presStyleCnt="0"/>
      <dgm:spPr/>
    </dgm:pt>
    <dgm:pt modelId="{A4B296F9-DC6C-4868-ABC6-BF60FC2B32F9}" type="pres">
      <dgm:prSet presAssocID="{12EEBC7A-401E-4F5B-9121-8DC9380BF61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atre"/>
        </a:ext>
      </dgm:extLst>
    </dgm:pt>
    <dgm:pt modelId="{A4E2E4B3-0E87-4EAD-B2CE-15AC755EE28C}" type="pres">
      <dgm:prSet presAssocID="{12EEBC7A-401E-4F5B-9121-8DC9380BF61B}" presName="spaceRect" presStyleCnt="0"/>
      <dgm:spPr/>
    </dgm:pt>
    <dgm:pt modelId="{DA763C84-975D-4571-8613-32D677BE9871}" type="pres">
      <dgm:prSet presAssocID="{12EEBC7A-401E-4F5B-9121-8DC9380BF61B}" presName="textRect" presStyleLbl="revTx" presStyleIdx="0" presStyleCnt="3">
        <dgm:presLayoutVars>
          <dgm:chMax val="1"/>
          <dgm:chPref val="1"/>
        </dgm:presLayoutVars>
      </dgm:prSet>
      <dgm:spPr/>
    </dgm:pt>
    <dgm:pt modelId="{5917AD4A-D11E-4B2E-95A7-99C7358F1A82}" type="pres">
      <dgm:prSet presAssocID="{8AACA19E-1951-4C2D-9932-CD80C5ACF7F6}" presName="sibTrans" presStyleCnt="0"/>
      <dgm:spPr/>
    </dgm:pt>
    <dgm:pt modelId="{56C0F69C-30C0-4B20-A9CF-9613345B2DB5}" type="pres">
      <dgm:prSet presAssocID="{2F185D16-808B-45E0-96FA-64D9B1CC4E89}" presName="compNode" presStyleCnt="0"/>
      <dgm:spPr/>
    </dgm:pt>
    <dgm:pt modelId="{E29CA92D-86CC-4FAB-8C1E-41322A3B5271}" type="pres">
      <dgm:prSet presAssocID="{2F185D16-808B-45E0-96FA-64D9B1CC4E8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8A7AC070-22BC-4308-8C46-2E0352B5E877}" type="pres">
      <dgm:prSet presAssocID="{2F185D16-808B-45E0-96FA-64D9B1CC4E89}" presName="spaceRect" presStyleCnt="0"/>
      <dgm:spPr/>
    </dgm:pt>
    <dgm:pt modelId="{3361B427-B65B-465A-87E8-FB84A1294C16}" type="pres">
      <dgm:prSet presAssocID="{2F185D16-808B-45E0-96FA-64D9B1CC4E89}" presName="textRect" presStyleLbl="revTx" presStyleIdx="1" presStyleCnt="3">
        <dgm:presLayoutVars>
          <dgm:chMax val="1"/>
          <dgm:chPref val="1"/>
        </dgm:presLayoutVars>
      </dgm:prSet>
      <dgm:spPr/>
    </dgm:pt>
    <dgm:pt modelId="{2EDB4875-6A2D-4882-9D2C-F389DC0D5BBE}" type="pres">
      <dgm:prSet presAssocID="{D0903662-B2F6-4139-B95E-ED47C6088EBD}" presName="sibTrans" presStyleCnt="0"/>
      <dgm:spPr/>
    </dgm:pt>
    <dgm:pt modelId="{086AD6BE-3019-4B70-914D-2B3D55B9923D}" type="pres">
      <dgm:prSet presAssocID="{22FB19E3-5A0A-4DA7-AE73-928EE0404E1A}" presName="compNode" presStyleCnt="0"/>
      <dgm:spPr/>
    </dgm:pt>
    <dgm:pt modelId="{44264BA3-666B-4C59-8C87-17BF566AE8BF}" type="pres">
      <dgm:prSet presAssocID="{22FB19E3-5A0A-4DA7-AE73-928EE0404E1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C4CC505-24DF-47A0-B23E-312F4F798ACA}" type="pres">
      <dgm:prSet presAssocID="{22FB19E3-5A0A-4DA7-AE73-928EE0404E1A}" presName="spaceRect" presStyleCnt="0"/>
      <dgm:spPr/>
    </dgm:pt>
    <dgm:pt modelId="{78DE6228-8475-4977-B9B0-219651E37AFF}" type="pres">
      <dgm:prSet presAssocID="{22FB19E3-5A0A-4DA7-AE73-928EE0404E1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E818513-FF22-43EE-A244-6574A9E5E479}" type="presOf" srcId="{2F185D16-808B-45E0-96FA-64D9B1CC4E89}" destId="{3361B427-B65B-465A-87E8-FB84A1294C16}" srcOrd="0" destOrd="0" presId="urn:microsoft.com/office/officeart/2018/2/layout/IconLabelList"/>
    <dgm:cxn modelId="{E5F4D92E-799D-44C4-991F-01076162AC27}" srcId="{6AC29A34-F0D5-459A-96AC-1FEF1479D4EB}" destId="{12EEBC7A-401E-4F5B-9121-8DC9380BF61B}" srcOrd="0" destOrd="0" parTransId="{5E184615-5EBB-4B94-A476-EB85E923FD4C}" sibTransId="{8AACA19E-1951-4C2D-9932-CD80C5ACF7F6}"/>
    <dgm:cxn modelId="{C4637A49-CE1A-4101-9DCF-C873D687E3AF}" type="presOf" srcId="{12EEBC7A-401E-4F5B-9121-8DC9380BF61B}" destId="{DA763C84-975D-4571-8613-32D677BE9871}" srcOrd="0" destOrd="0" presId="urn:microsoft.com/office/officeart/2018/2/layout/IconLabelList"/>
    <dgm:cxn modelId="{86B01283-3979-4844-A5EB-936BC1BE5233}" type="presOf" srcId="{6AC29A34-F0D5-459A-96AC-1FEF1479D4EB}" destId="{CFD6FDC2-591E-4F1B-8CDD-EDB3B01317AA}" srcOrd="0" destOrd="0" presId="urn:microsoft.com/office/officeart/2018/2/layout/IconLabelList"/>
    <dgm:cxn modelId="{6E232BCD-74B1-449A-B932-72F441E299DF}" srcId="{6AC29A34-F0D5-459A-96AC-1FEF1479D4EB}" destId="{22FB19E3-5A0A-4DA7-AE73-928EE0404E1A}" srcOrd="2" destOrd="0" parTransId="{A22F368F-29CF-49B7-8636-C7472EB65345}" sibTransId="{AFB09600-C223-4157-956D-98455587B81D}"/>
    <dgm:cxn modelId="{78A845F0-F5A5-4DE0-A0AD-3167D983DFA2}" srcId="{6AC29A34-F0D5-459A-96AC-1FEF1479D4EB}" destId="{2F185D16-808B-45E0-96FA-64D9B1CC4E89}" srcOrd="1" destOrd="0" parTransId="{BD478EA0-D4B4-4C33-BF47-73FDC23925D0}" sibTransId="{D0903662-B2F6-4139-B95E-ED47C6088EBD}"/>
    <dgm:cxn modelId="{113154FD-9675-4EE3-9FBC-B87AC58ABEFA}" type="presOf" srcId="{22FB19E3-5A0A-4DA7-AE73-928EE0404E1A}" destId="{78DE6228-8475-4977-B9B0-219651E37AFF}" srcOrd="0" destOrd="0" presId="urn:microsoft.com/office/officeart/2018/2/layout/IconLabelList"/>
    <dgm:cxn modelId="{00A95AB4-B336-45B3-BBB6-9866E6B069B7}" type="presParOf" srcId="{CFD6FDC2-591E-4F1B-8CDD-EDB3B01317AA}" destId="{970C39C3-9D68-4DD1-9A4C-E870766BA985}" srcOrd="0" destOrd="0" presId="urn:microsoft.com/office/officeart/2018/2/layout/IconLabelList"/>
    <dgm:cxn modelId="{ABE51AB2-DF03-45A6-B497-15BD117579E2}" type="presParOf" srcId="{970C39C3-9D68-4DD1-9A4C-E870766BA985}" destId="{A4B296F9-DC6C-4868-ABC6-BF60FC2B32F9}" srcOrd="0" destOrd="0" presId="urn:microsoft.com/office/officeart/2018/2/layout/IconLabelList"/>
    <dgm:cxn modelId="{AA61A87E-94DB-4A0E-8134-707ED6FDC677}" type="presParOf" srcId="{970C39C3-9D68-4DD1-9A4C-E870766BA985}" destId="{A4E2E4B3-0E87-4EAD-B2CE-15AC755EE28C}" srcOrd="1" destOrd="0" presId="urn:microsoft.com/office/officeart/2018/2/layout/IconLabelList"/>
    <dgm:cxn modelId="{91BDD79F-787E-4B47-967D-0D2A7DB41498}" type="presParOf" srcId="{970C39C3-9D68-4DD1-9A4C-E870766BA985}" destId="{DA763C84-975D-4571-8613-32D677BE9871}" srcOrd="2" destOrd="0" presId="urn:microsoft.com/office/officeart/2018/2/layout/IconLabelList"/>
    <dgm:cxn modelId="{1751265C-9DD6-449A-8F00-74DADC812CCF}" type="presParOf" srcId="{CFD6FDC2-591E-4F1B-8CDD-EDB3B01317AA}" destId="{5917AD4A-D11E-4B2E-95A7-99C7358F1A82}" srcOrd="1" destOrd="0" presId="urn:microsoft.com/office/officeart/2018/2/layout/IconLabelList"/>
    <dgm:cxn modelId="{AB342B79-B6AC-44A6-A13E-C89A4711AAD9}" type="presParOf" srcId="{CFD6FDC2-591E-4F1B-8CDD-EDB3B01317AA}" destId="{56C0F69C-30C0-4B20-A9CF-9613345B2DB5}" srcOrd="2" destOrd="0" presId="urn:microsoft.com/office/officeart/2018/2/layout/IconLabelList"/>
    <dgm:cxn modelId="{847FF247-3230-4267-A5D9-CBC7161B154F}" type="presParOf" srcId="{56C0F69C-30C0-4B20-A9CF-9613345B2DB5}" destId="{E29CA92D-86CC-4FAB-8C1E-41322A3B5271}" srcOrd="0" destOrd="0" presId="urn:microsoft.com/office/officeart/2018/2/layout/IconLabelList"/>
    <dgm:cxn modelId="{E629ADA8-7437-4973-940A-45C91A2B319C}" type="presParOf" srcId="{56C0F69C-30C0-4B20-A9CF-9613345B2DB5}" destId="{8A7AC070-22BC-4308-8C46-2E0352B5E877}" srcOrd="1" destOrd="0" presId="urn:microsoft.com/office/officeart/2018/2/layout/IconLabelList"/>
    <dgm:cxn modelId="{E8325B6E-C4FF-4A49-9A04-B96FCD59EC05}" type="presParOf" srcId="{56C0F69C-30C0-4B20-A9CF-9613345B2DB5}" destId="{3361B427-B65B-465A-87E8-FB84A1294C16}" srcOrd="2" destOrd="0" presId="urn:microsoft.com/office/officeart/2018/2/layout/IconLabelList"/>
    <dgm:cxn modelId="{FFE8399A-7D7F-4C97-9AF7-06DBF0DA2A5E}" type="presParOf" srcId="{CFD6FDC2-591E-4F1B-8CDD-EDB3B01317AA}" destId="{2EDB4875-6A2D-4882-9D2C-F389DC0D5BBE}" srcOrd="3" destOrd="0" presId="urn:microsoft.com/office/officeart/2018/2/layout/IconLabelList"/>
    <dgm:cxn modelId="{9CEE462C-868C-4170-AD9C-4B34A148469B}" type="presParOf" srcId="{CFD6FDC2-591E-4F1B-8CDD-EDB3B01317AA}" destId="{086AD6BE-3019-4B70-914D-2B3D55B9923D}" srcOrd="4" destOrd="0" presId="urn:microsoft.com/office/officeart/2018/2/layout/IconLabelList"/>
    <dgm:cxn modelId="{04A91F27-F984-4CA7-8E13-B74602899758}" type="presParOf" srcId="{086AD6BE-3019-4B70-914D-2B3D55B9923D}" destId="{44264BA3-666B-4C59-8C87-17BF566AE8BF}" srcOrd="0" destOrd="0" presId="urn:microsoft.com/office/officeart/2018/2/layout/IconLabelList"/>
    <dgm:cxn modelId="{52924BAC-8593-4B42-AF9B-CC41B768A8A6}" type="presParOf" srcId="{086AD6BE-3019-4B70-914D-2B3D55B9923D}" destId="{0C4CC505-24DF-47A0-B23E-312F4F798ACA}" srcOrd="1" destOrd="0" presId="urn:microsoft.com/office/officeart/2018/2/layout/IconLabelList"/>
    <dgm:cxn modelId="{3C692387-AE17-4027-BEB4-AF0C897743B9}" type="presParOf" srcId="{086AD6BE-3019-4B70-914D-2B3D55B9923D}" destId="{78DE6228-8475-4977-B9B0-219651E37AF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D44646E-2BC4-4764-9A7A-E0012DEDB492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5C1BE73-868B-4DFF-8DF9-F2A40CA9F019}">
      <dgm:prSet/>
      <dgm:spPr/>
      <dgm:t>
        <a:bodyPr/>
        <a:lstStyle/>
        <a:p>
          <a:r>
            <a:rPr lang="en-US"/>
            <a:t>Clean timestamps and calculate weekly participation</a:t>
          </a:r>
        </a:p>
      </dgm:t>
    </dgm:pt>
    <dgm:pt modelId="{D6354209-321A-4262-AE6D-51D2E6945A5F}" type="parTrans" cxnId="{440C65D9-42FA-45FF-B3CB-E7671C722EB5}">
      <dgm:prSet/>
      <dgm:spPr/>
      <dgm:t>
        <a:bodyPr/>
        <a:lstStyle/>
        <a:p>
          <a:endParaRPr lang="en-US"/>
        </a:p>
      </dgm:t>
    </dgm:pt>
    <dgm:pt modelId="{59D4F793-2F95-4723-9809-1C44F08A1368}" type="sibTrans" cxnId="{440C65D9-42FA-45FF-B3CB-E7671C722EB5}">
      <dgm:prSet/>
      <dgm:spPr/>
      <dgm:t>
        <a:bodyPr/>
        <a:lstStyle/>
        <a:p>
          <a:endParaRPr lang="en-US"/>
        </a:p>
      </dgm:t>
    </dgm:pt>
    <dgm:pt modelId="{94FFD458-948F-49F7-ABDA-BF2E2B8835D9}">
      <dgm:prSet/>
      <dgm:spPr/>
      <dgm:t>
        <a:bodyPr/>
        <a:lstStyle/>
        <a:p>
          <a:r>
            <a:rPr lang="en-US"/>
            <a:t>Merge all datasets into a single master table</a:t>
          </a:r>
        </a:p>
      </dgm:t>
    </dgm:pt>
    <dgm:pt modelId="{8E4C5189-DE45-43AE-B71E-40A2604D31B2}" type="parTrans" cxnId="{48D9CEE1-DFD4-4812-B497-5299C2B9D163}">
      <dgm:prSet/>
      <dgm:spPr/>
      <dgm:t>
        <a:bodyPr/>
        <a:lstStyle/>
        <a:p>
          <a:endParaRPr lang="en-US"/>
        </a:p>
      </dgm:t>
    </dgm:pt>
    <dgm:pt modelId="{6C882112-D2E7-4D27-8E15-C9DE24E02C15}" type="sibTrans" cxnId="{48D9CEE1-DFD4-4812-B497-5299C2B9D163}">
      <dgm:prSet/>
      <dgm:spPr/>
      <dgm:t>
        <a:bodyPr/>
        <a:lstStyle/>
        <a:p>
          <a:endParaRPr lang="en-US"/>
        </a:p>
      </dgm:t>
    </dgm:pt>
    <dgm:pt modelId="{7F6A773C-A4D0-4187-87A7-C2C0B2A8B762}">
      <dgm:prSet/>
      <dgm:spPr/>
      <dgm:t>
        <a:bodyPr/>
        <a:lstStyle/>
        <a:p>
          <a:r>
            <a:rPr lang="en-US"/>
            <a:t>Create features like login frequency, study hours, discussion activity</a:t>
          </a:r>
        </a:p>
      </dgm:t>
    </dgm:pt>
    <dgm:pt modelId="{27710A84-2776-412A-B6B3-D597504B85EA}" type="parTrans" cxnId="{D6B3C04E-90E3-48F0-918D-CB54968F88DF}">
      <dgm:prSet/>
      <dgm:spPr/>
      <dgm:t>
        <a:bodyPr/>
        <a:lstStyle/>
        <a:p>
          <a:endParaRPr lang="en-US"/>
        </a:p>
      </dgm:t>
    </dgm:pt>
    <dgm:pt modelId="{7429A3D3-257A-4902-BC52-C84BF1FF4761}" type="sibTrans" cxnId="{D6B3C04E-90E3-48F0-918D-CB54968F88DF}">
      <dgm:prSet/>
      <dgm:spPr/>
      <dgm:t>
        <a:bodyPr/>
        <a:lstStyle/>
        <a:p>
          <a:endParaRPr lang="en-US"/>
        </a:p>
      </dgm:t>
    </dgm:pt>
    <dgm:pt modelId="{0FB6DB4E-8150-4247-8F24-9A9235BC6AC2}">
      <dgm:prSet/>
      <dgm:spPr/>
      <dgm:t>
        <a:bodyPr/>
        <a:lstStyle/>
        <a:p>
          <a:r>
            <a:rPr lang="en-US"/>
            <a:t>Analyze correlations and patterns</a:t>
          </a:r>
        </a:p>
      </dgm:t>
    </dgm:pt>
    <dgm:pt modelId="{565D343F-96A7-407E-9EF2-00A8C987FB39}" type="parTrans" cxnId="{70289203-0F5A-4404-A9CF-14918CE6F1D9}">
      <dgm:prSet/>
      <dgm:spPr/>
      <dgm:t>
        <a:bodyPr/>
        <a:lstStyle/>
        <a:p>
          <a:endParaRPr lang="en-US"/>
        </a:p>
      </dgm:t>
    </dgm:pt>
    <dgm:pt modelId="{3B628418-4326-4A8F-9728-33FFE9AE0D76}" type="sibTrans" cxnId="{70289203-0F5A-4404-A9CF-14918CE6F1D9}">
      <dgm:prSet/>
      <dgm:spPr/>
      <dgm:t>
        <a:bodyPr/>
        <a:lstStyle/>
        <a:p>
          <a:endParaRPr lang="en-US"/>
        </a:p>
      </dgm:t>
    </dgm:pt>
    <dgm:pt modelId="{8D18E936-0905-4993-8633-4769765A20FB}">
      <dgm:prSet/>
      <dgm:spPr/>
      <dgm:t>
        <a:bodyPr/>
        <a:lstStyle/>
        <a:p>
          <a:r>
            <a:rPr lang="en-US"/>
            <a:t>Build a simple predictive model</a:t>
          </a:r>
        </a:p>
      </dgm:t>
    </dgm:pt>
    <dgm:pt modelId="{C58005C9-25D9-4E3C-BAF8-7AB7926BD6F4}" type="parTrans" cxnId="{A985D56F-17DF-4BAE-8085-FD397A2E0232}">
      <dgm:prSet/>
      <dgm:spPr/>
      <dgm:t>
        <a:bodyPr/>
        <a:lstStyle/>
        <a:p>
          <a:endParaRPr lang="en-US"/>
        </a:p>
      </dgm:t>
    </dgm:pt>
    <dgm:pt modelId="{7E6D8831-0EC4-4505-A69C-2247ACBEEF74}" type="sibTrans" cxnId="{A985D56F-17DF-4BAE-8085-FD397A2E0232}">
      <dgm:prSet/>
      <dgm:spPr/>
      <dgm:t>
        <a:bodyPr/>
        <a:lstStyle/>
        <a:p>
          <a:endParaRPr lang="en-US"/>
        </a:p>
      </dgm:t>
    </dgm:pt>
    <dgm:pt modelId="{8014D170-FB4C-42E0-B6F5-C3DE529A83A7}" type="pres">
      <dgm:prSet presAssocID="{9D44646E-2BC4-4764-9A7A-E0012DEDB492}" presName="Name0" presStyleCnt="0">
        <dgm:presLayoutVars>
          <dgm:dir/>
          <dgm:resizeHandles val="exact"/>
        </dgm:presLayoutVars>
      </dgm:prSet>
      <dgm:spPr/>
    </dgm:pt>
    <dgm:pt modelId="{A17623FA-D71A-4422-9E7E-46CB2B152399}" type="pres">
      <dgm:prSet presAssocID="{45C1BE73-868B-4DFF-8DF9-F2A40CA9F019}" presName="node" presStyleLbl="node1" presStyleIdx="0" presStyleCnt="5">
        <dgm:presLayoutVars>
          <dgm:bulletEnabled val="1"/>
        </dgm:presLayoutVars>
      </dgm:prSet>
      <dgm:spPr/>
    </dgm:pt>
    <dgm:pt modelId="{7CF741BB-7FE6-425E-855C-F7F070E04F14}" type="pres">
      <dgm:prSet presAssocID="{59D4F793-2F95-4723-9809-1C44F08A1368}" presName="sibTrans" presStyleLbl="sibTrans1D1" presStyleIdx="0" presStyleCnt="4"/>
      <dgm:spPr/>
    </dgm:pt>
    <dgm:pt modelId="{F8821624-C99A-4D4B-A3DB-6937BC7E1950}" type="pres">
      <dgm:prSet presAssocID="{59D4F793-2F95-4723-9809-1C44F08A1368}" presName="connectorText" presStyleLbl="sibTrans1D1" presStyleIdx="0" presStyleCnt="4"/>
      <dgm:spPr/>
    </dgm:pt>
    <dgm:pt modelId="{725ACB0F-3766-4AE0-8167-972CD3D28819}" type="pres">
      <dgm:prSet presAssocID="{94FFD458-948F-49F7-ABDA-BF2E2B8835D9}" presName="node" presStyleLbl="node1" presStyleIdx="1" presStyleCnt="5">
        <dgm:presLayoutVars>
          <dgm:bulletEnabled val="1"/>
        </dgm:presLayoutVars>
      </dgm:prSet>
      <dgm:spPr/>
    </dgm:pt>
    <dgm:pt modelId="{3FC9D6EB-BE42-4A85-8914-BA5A44C15045}" type="pres">
      <dgm:prSet presAssocID="{6C882112-D2E7-4D27-8E15-C9DE24E02C15}" presName="sibTrans" presStyleLbl="sibTrans1D1" presStyleIdx="1" presStyleCnt="4"/>
      <dgm:spPr/>
    </dgm:pt>
    <dgm:pt modelId="{9A860E09-6AC5-42CC-9789-04AD2FB9A370}" type="pres">
      <dgm:prSet presAssocID="{6C882112-D2E7-4D27-8E15-C9DE24E02C15}" presName="connectorText" presStyleLbl="sibTrans1D1" presStyleIdx="1" presStyleCnt="4"/>
      <dgm:spPr/>
    </dgm:pt>
    <dgm:pt modelId="{6157D5BE-0F71-4CA2-A855-E8ECBC1AD4B0}" type="pres">
      <dgm:prSet presAssocID="{7F6A773C-A4D0-4187-87A7-C2C0B2A8B762}" presName="node" presStyleLbl="node1" presStyleIdx="2" presStyleCnt="5">
        <dgm:presLayoutVars>
          <dgm:bulletEnabled val="1"/>
        </dgm:presLayoutVars>
      </dgm:prSet>
      <dgm:spPr/>
    </dgm:pt>
    <dgm:pt modelId="{565162F9-FC46-4D5F-8C7A-579F5E35C786}" type="pres">
      <dgm:prSet presAssocID="{7429A3D3-257A-4902-BC52-C84BF1FF4761}" presName="sibTrans" presStyleLbl="sibTrans1D1" presStyleIdx="2" presStyleCnt="4"/>
      <dgm:spPr/>
    </dgm:pt>
    <dgm:pt modelId="{0A4194DD-3D83-4387-857A-0B93FF7646C2}" type="pres">
      <dgm:prSet presAssocID="{7429A3D3-257A-4902-BC52-C84BF1FF4761}" presName="connectorText" presStyleLbl="sibTrans1D1" presStyleIdx="2" presStyleCnt="4"/>
      <dgm:spPr/>
    </dgm:pt>
    <dgm:pt modelId="{2CDF4655-7EB7-43C6-9C8A-D1B4532F1E02}" type="pres">
      <dgm:prSet presAssocID="{0FB6DB4E-8150-4247-8F24-9A9235BC6AC2}" presName="node" presStyleLbl="node1" presStyleIdx="3" presStyleCnt="5">
        <dgm:presLayoutVars>
          <dgm:bulletEnabled val="1"/>
        </dgm:presLayoutVars>
      </dgm:prSet>
      <dgm:spPr/>
    </dgm:pt>
    <dgm:pt modelId="{BA7887F7-B3D3-4A1E-ABED-4ACC42E9F896}" type="pres">
      <dgm:prSet presAssocID="{3B628418-4326-4A8F-9728-33FFE9AE0D76}" presName="sibTrans" presStyleLbl="sibTrans1D1" presStyleIdx="3" presStyleCnt="4"/>
      <dgm:spPr/>
    </dgm:pt>
    <dgm:pt modelId="{981F59C5-0C00-4A16-905A-B691419BF9FF}" type="pres">
      <dgm:prSet presAssocID="{3B628418-4326-4A8F-9728-33FFE9AE0D76}" presName="connectorText" presStyleLbl="sibTrans1D1" presStyleIdx="3" presStyleCnt="4"/>
      <dgm:spPr/>
    </dgm:pt>
    <dgm:pt modelId="{0FEAB33D-067D-47C3-ACCF-6AD4528A68E6}" type="pres">
      <dgm:prSet presAssocID="{8D18E936-0905-4993-8633-4769765A20FB}" presName="node" presStyleLbl="node1" presStyleIdx="4" presStyleCnt="5">
        <dgm:presLayoutVars>
          <dgm:bulletEnabled val="1"/>
        </dgm:presLayoutVars>
      </dgm:prSet>
      <dgm:spPr/>
    </dgm:pt>
  </dgm:ptLst>
  <dgm:cxnLst>
    <dgm:cxn modelId="{45E6DA00-0D09-4879-BCCA-5302B8DDEBF2}" type="presOf" srcId="{7429A3D3-257A-4902-BC52-C84BF1FF4761}" destId="{565162F9-FC46-4D5F-8C7A-579F5E35C786}" srcOrd="0" destOrd="0" presId="urn:microsoft.com/office/officeart/2016/7/layout/RepeatingBendingProcessNew"/>
    <dgm:cxn modelId="{70289203-0F5A-4404-A9CF-14918CE6F1D9}" srcId="{9D44646E-2BC4-4764-9A7A-E0012DEDB492}" destId="{0FB6DB4E-8150-4247-8F24-9A9235BC6AC2}" srcOrd="3" destOrd="0" parTransId="{565D343F-96A7-407E-9EF2-00A8C987FB39}" sibTransId="{3B628418-4326-4A8F-9728-33FFE9AE0D76}"/>
    <dgm:cxn modelId="{B5539D5B-5B17-4101-B5B5-9FB96B6080C9}" type="presOf" srcId="{59D4F793-2F95-4723-9809-1C44F08A1368}" destId="{F8821624-C99A-4D4B-A3DB-6937BC7E1950}" srcOrd="1" destOrd="0" presId="urn:microsoft.com/office/officeart/2016/7/layout/RepeatingBendingProcessNew"/>
    <dgm:cxn modelId="{2C445845-6BB7-460C-A1D1-B2279D121749}" type="presOf" srcId="{0FB6DB4E-8150-4247-8F24-9A9235BC6AC2}" destId="{2CDF4655-7EB7-43C6-9C8A-D1B4532F1E02}" srcOrd="0" destOrd="0" presId="urn:microsoft.com/office/officeart/2016/7/layout/RepeatingBendingProcessNew"/>
    <dgm:cxn modelId="{353EB568-891B-4824-A1F8-3E2001097EFF}" type="presOf" srcId="{8D18E936-0905-4993-8633-4769765A20FB}" destId="{0FEAB33D-067D-47C3-ACCF-6AD4528A68E6}" srcOrd="0" destOrd="0" presId="urn:microsoft.com/office/officeart/2016/7/layout/RepeatingBendingProcessNew"/>
    <dgm:cxn modelId="{8F40C34C-8B99-48D2-9972-BEDC1B93D786}" type="presOf" srcId="{3B628418-4326-4A8F-9728-33FFE9AE0D76}" destId="{BA7887F7-B3D3-4A1E-ABED-4ACC42E9F896}" srcOrd="0" destOrd="0" presId="urn:microsoft.com/office/officeart/2016/7/layout/RepeatingBendingProcessNew"/>
    <dgm:cxn modelId="{446B336D-812A-4542-83F5-F2B6F9D51C9D}" type="presOf" srcId="{6C882112-D2E7-4D27-8E15-C9DE24E02C15}" destId="{9A860E09-6AC5-42CC-9789-04AD2FB9A370}" srcOrd="1" destOrd="0" presId="urn:microsoft.com/office/officeart/2016/7/layout/RepeatingBendingProcessNew"/>
    <dgm:cxn modelId="{D6B3C04E-90E3-48F0-918D-CB54968F88DF}" srcId="{9D44646E-2BC4-4764-9A7A-E0012DEDB492}" destId="{7F6A773C-A4D0-4187-87A7-C2C0B2A8B762}" srcOrd="2" destOrd="0" parTransId="{27710A84-2776-412A-B6B3-D597504B85EA}" sibTransId="{7429A3D3-257A-4902-BC52-C84BF1FF4761}"/>
    <dgm:cxn modelId="{A985D56F-17DF-4BAE-8085-FD397A2E0232}" srcId="{9D44646E-2BC4-4764-9A7A-E0012DEDB492}" destId="{8D18E936-0905-4993-8633-4769765A20FB}" srcOrd="4" destOrd="0" parTransId="{C58005C9-25D9-4E3C-BAF8-7AB7926BD6F4}" sibTransId="{7E6D8831-0EC4-4505-A69C-2247ACBEEF74}"/>
    <dgm:cxn modelId="{5F62F673-0B40-4472-B5D6-70C308357134}" type="presOf" srcId="{7F6A773C-A4D0-4187-87A7-C2C0B2A8B762}" destId="{6157D5BE-0F71-4CA2-A855-E8ECBC1AD4B0}" srcOrd="0" destOrd="0" presId="urn:microsoft.com/office/officeart/2016/7/layout/RepeatingBendingProcessNew"/>
    <dgm:cxn modelId="{6628FA54-AC11-4768-9CC8-1ED05E803A2B}" type="presOf" srcId="{6C882112-D2E7-4D27-8E15-C9DE24E02C15}" destId="{3FC9D6EB-BE42-4A85-8914-BA5A44C15045}" srcOrd="0" destOrd="0" presId="urn:microsoft.com/office/officeart/2016/7/layout/RepeatingBendingProcessNew"/>
    <dgm:cxn modelId="{806EE180-51F3-438D-A0AA-BE32DC34868D}" type="presOf" srcId="{45C1BE73-868B-4DFF-8DF9-F2A40CA9F019}" destId="{A17623FA-D71A-4422-9E7E-46CB2B152399}" srcOrd="0" destOrd="0" presId="urn:microsoft.com/office/officeart/2016/7/layout/RepeatingBendingProcessNew"/>
    <dgm:cxn modelId="{BB84FDA4-A564-4C0F-9218-1201F41F7875}" type="presOf" srcId="{59D4F793-2F95-4723-9809-1C44F08A1368}" destId="{7CF741BB-7FE6-425E-855C-F7F070E04F14}" srcOrd="0" destOrd="0" presId="urn:microsoft.com/office/officeart/2016/7/layout/RepeatingBendingProcessNew"/>
    <dgm:cxn modelId="{B07238A5-B602-4506-B89D-A318DA0CAB17}" type="presOf" srcId="{3B628418-4326-4A8F-9728-33FFE9AE0D76}" destId="{981F59C5-0C00-4A16-905A-B691419BF9FF}" srcOrd="1" destOrd="0" presId="urn:microsoft.com/office/officeart/2016/7/layout/RepeatingBendingProcessNew"/>
    <dgm:cxn modelId="{F40CF9B0-675B-4AEC-9B24-1B38466B3586}" type="presOf" srcId="{9D44646E-2BC4-4764-9A7A-E0012DEDB492}" destId="{8014D170-FB4C-42E0-B6F5-C3DE529A83A7}" srcOrd="0" destOrd="0" presId="urn:microsoft.com/office/officeart/2016/7/layout/RepeatingBendingProcessNew"/>
    <dgm:cxn modelId="{440C65D9-42FA-45FF-B3CB-E7671C722EB5}" srcId="{9D44646E-2BC4-4764-9A7A-E0012DEDB492}" destId="{45C1BE73-868B-4DFF-8DF9-F2A40CA9F019}" srcOrd="0" destOrd="0" parTransId="{D6354209-321A-4262-AE6D-51D2E6945A5F}" sibTransId="{59D4F793-2F95-4723-9809-1C44F08A1368}"/>
    <dgm:cxn modelId="{E8FCCDDE-7036-4A36-9330-DB5AF942E25C}" type="presOf" srcId="{94FFD458-948F-49F7-ABDA-BF2E2B8835D9}" destId="{725ACB0F-3766-4AE0-8167-972CD3D28819}" srcOrd="0" destOrd="0" presId="urn:microsoft.com/office/officeart/2016/7/layout/RepeatingBendingProcessNew"/>
    <dgm:cxn modelId="{48D9CEE1-DFD4-4812-B497-5299C2B9D163}" srcId="{9D44646E-2BC4-4764-9A7A-E0012DEDB492}" destId="{94FFD458-948F-49F7-ABDA-BF2E2B8835D9}" srcOrd="1" destOrd="0" parTransId="{8E4C5189-DE45-43AE-B71E-40A2604D31B2}" sibTransId="{6C882112-D2E7-4D27-8E15-C9DE24E02C15}"/>
    <dgm:cxn modelId="{8E6847F7-DE45-4E99-B35A-F081C3DB9E30}" type="presOf" srcId="{7429A3D3-257A-4902-BC52-C84BF1FF4761}" destId="{0A4194DD-3D83-4387-857A-0B93FF7646C2}" srcOrd="1" destOrd="0" presId="urn:microsoft.com/office/officeart/2016/7/layout/RepeatingBendingProcessNew"/>
    <dgm:cxn modelId="{15830AB5-2D70-4655-B129-811FE63E25B0}" type="presParOf" srcId="{8014D170-FB4C-42E0-B6F5-C3DE529A83A7}" destId="{A17623FA-D71A-4422-9E7E-46CB2B152399}" srcOrd="0" destOrd="0" presId="urn:microsoft.com/office/officeart/2016/7/layout/RepeatingBendingProcessNew"/>
    <dgm:cxn modelId="{7A7D67FF-09A5-440D-9370-05EF5877FBC9}" type="presParOf" srcId="{8014D170-FB4C-42E0-B6F5-C3DE529A83A7}" destId="{7CF741BB-7FE6-425E-855C-F7F070E04F14}" srcOrd="1" destOrd="0" presId="urn:microsoft.com/office/officeart/2016/7/layout/RepeatingBendingProcessNew"/>
    <dgm:cxn modelId="{FE51F2E6-A6D8-4AB0-98AE-DC56A6F0D8D4}" type="presParOf" srcId="{7CF741BB-7FE6-425E-855C-F7F070E04F14}" destId="{F8821624-C99A-4D4B-A3DB-6937BC7E1950}" srcOrd="0" destOrd="0" presId="urn:microsoft.com/office/officeart/2016/7/layout/RepeatingBendingProcessNew"/>
    <dgm:cxn modelId="{4E7BC8BD-5A55-48F8-BE0F-D69A6894B772}" type="presParOf" srcId="{8014D170-FB4C-42E0-B6F5-C3DE529A83A7}" destId="{725ACB0F-3766-4AE0-8167-972CD3D28819}" srcOrd="2" destOrd="0" presId="urn:microsoft.com/office/officeart/2016/7/layout/RepeatingBendingProcessNew"/>
    <dgm:cxn modelId="{F9BD9FF3-E47F-47E6-BD40-BCDD58FEBF0E}" type="presParOf" srcId="{8014D170-FB4C-42E0-B6F5-C3DE529A83A7}" destId="{3FC9D6EB-BE42-4A85-8914-BA5A44C15045}" srcOrd="3" destOrd="0" presId="urn:microsoft.com/office/officeart/2016/7/layout/RepeatingBendingProcessNew"/>
    <dgm:cxn modelId="{507A5871-499B-4F49-9443-4EFC3F8B6980}" type="presParOf" srcId="{3FC9D6EB-BE42-4A85-8914-BA5A44C15045}" destId="{9A860E09-6AC5-42CC-9789-04AD2FB9A370}" srcOrd="0" destOrd="0" presId="urn:microsoft.com/office/officeart/2016/7/layout/RepeatingBendingProcessNew"/>
    <dgm:cxn modelId="{DE6DC4A6-7A68-49E6-B028-8060A0627E2A}" type="presParOf" srcId="{8014D170-FB4C-42E0-B6F5-C3DE529A83A7}" destId="{6157D5BE-0F71-4CA2-A855-E8ECBC1AD4B0}" srcOrd="4" destOrd="0" presId="urn:microsoft.com/office/officeart/2016/7/layout/RepeatingBendingProcessNew"/>
    <dgm:cxn modelId="{3357DA04-4987-4AEC-A919-86B0AD327D17}" type="presParOf" srcId="{8014D170-FB4C-42E0-B6F5-C3DE529A83A7}" destId="{565162F9-FC46-4D5F-8C7A-579F5E35C786}" srcOrd="5" destOrd="0" presId="urn:microsoft.com/office/officeart/2016/7/layout/RepeatingBendingProcessNew"/>
    <dgm:cxn modelId="{DDC2094D-89EB-44EF-8BF6-AC854B222EA7}" type="presParOf" srcId="{565162F9-FC46-4D5F-8C7A-579F5E35C786}" destId="{0A4194DD-3D83-4387-857A-0B93FF7646C2}" srcOrd="0" destOrd="0" presId="urn:microsoft.com/office/officeart/2016/7/layout/RepeatingBendingProcessNew"/>
    <dgm:cxn modelId="{AA41FEF3-09B1-4909-9797-7870421E39CF}" type="presParOf" srcId="{8014D170-FB4C-42E0-B6F5-C3DE529A83A7}" destId="{2CDF4655-7EB7-43C6-9C8A-D1B4532F1E02}" srcOrd="6" destOrd="0" presId="urn:microsoft.com/office/officeart/2016/7/layout/RepeatingBendingProcessNew"/>
    <dgm:cxn modelId="{EEC0DA2A-D93C-45AD-AF28-502481D6DC61}" type="presParOf" srcId="{8014D170-FB4C-42E0-B6F5-C3DE529A83A7}" destId="{BA7887F7-B3D3-4A1E-ABED-4ACC42E9F896}" srcOrd="7" destOrd="0" presId="urn:microsoft.com/office/officeart/2016/7/layout/RepeatingBendingProcessNew"/>
    <dgm:cxn modelId="{816BADC2-7DFE-42FA-92C8-E0C6103A6EF8}" type="presParOf" srcId="{BA7887F7-B3D3-4A1E-ABED-4ACC42E9F896}" destId="{981F59C5-0C00-4A16-905A-B691419BF9FF}" srcOrd="0" destOrd="0" presId="urn:microsoft.com/office/officeart/2016/7/layout/RepeatingBendingProcessNew"/>
    <dgm:cxn modelId="{E11B9F2D-B82B-45B6-8DB2-B942B2C20B9D}" type="presParOf" srcId="{8014D170-FB4C-42E0-B6F5-C3DE529A83A7}" destId="{0FEAB33D-067D-47C3-ACCF-6AD4528A68E6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322D204-C805-4B82-9CEE-87861227931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EA3717F-09CF-477E-A308-EF6E3084FF05}">
      <dgm:prSet/>
      <dgm:spPr/>
      <dgm:t>
        <a:bodyPr/>
        <a:lstStyle/>
        <a:p>
          <a:r>
            <a:rPr lang="en-US" b="1"/>
            <a:t>Key Findings</a:t>
          </a:r>
          <a:endParaRPr lang="en-US"/>
        </a:p>
      </dgm:t>
    </dgm:pt>
    <dgm:pt modelId="{5AAA3E33-C3B2-498E-AA5E-80126E2B0A9F}" type="parTrans" cxnId="{CDF9D58D-68CB-49FC-A75B-9B051108CBE7}">
      <dgm:prSet/>
      <dgm:spPr/>
      <dgm:t>
        <a:bodyPr/>
        <a:lstStyle/>
        <a:p>
          <a:endParaRPr lang="en-US"/>
        </a:p>
      </dgm:t>
    </dgm:pt>
    <dgm:pt modelId="{27459E36-D700-4F0C-9584-CAB3A9F5454C}" type="sibTrans" cxnId="{CDF9D58D-68CB-49FC-A75B-9B051108CBE7}">
      <dgm:prSet/>
      <dgm:spPr/>
      <dgm:t>
        <a:bodyPr/>
        <a:lstStyle/>
        <a:p>
          <a:endParaRPr lang="en-US"/>
        </a:p>
      </dgm:t>
    </dgm:pt>
    <dgm:pt modelId="{09733E26-33C2-4C2B-BA49-78B7A1024158}">
      <dgm:prSet/>
      <dgm:spPr/>
      <dgm:t>
        <a:bodyPr/>
        <a:lstStyle/>
        <a:p>
          <a:r>
            <a:rPr lang="en-US" b="1"/>
            <a:t>Hypothesis Rejected:</a:t>
          </a:r>
          <a:r>
            <a:rPr lang="en-US"/>
            <a:t> My analysis found </a:t>
          </a:r>
          <a:r>
            <a:rPr lang="en-US" b="1"/>
            <a:t>no significant correlation</a:t>
          </a:r>
          <a:r>
            <a:rPr lang="en-US"/>
            <a:t> (-0.08) between studying </a:t>
          </a:r>
          <a:r>
            <a:rPr lang="en-US" i="1"/>
            <a:t>more</a:t>
          </a:r>
          <a:r>
            <a:rPr lang="en-US"/>
            <a:t> than the national average and achieving higher grades.</a:t>
          </a:r>
        </a:p>
      </dgm:t>
    </dgm:pt>
    <dgm:pt modelId="{71C82C4E-2DCA-48A9-AF95-E43EB3D87A53}" type="parTrans" cxnId="{AEF7121E-0D45-42B6-8FC5-33B9AC37D9E3}">
      <dgm:prSet/>
      <dgm:spPr/>
      <dgm:t>
        <a:bodyPr/>
        <a:lstStyle/>
        <a:p>
          <a:endParaRPr lang="en-US"/>
        </a:p>
      </dgm:t>
    </dgm:pt>
    <dgm:pt modelId="{9309FED8-23B0-468C-BC04-385F699AFAA9}" type="sibTrans" cxnId="{AEF7121E-0D45-42B6-8FC5-33B9AC37D9E3}">
      <dgm:prSet/>
      <dgm:spPr/>
      <dgm:t>
        <a:bodyPr/>
        <a:lstStyle/>
        <a:p>
          <a:endParaRPr lang="en-US"/>
        </a:p>
      </dgm:t>
    </dgm:pt>
    <dgm:pt modelId="{3F2A64A3-B787-46D8-89FF-DCCCA11E983D}">
      <dgm:prSet/>
      <dgm:spPr/>
      <dgm:t>
        <a:bodyPr/>
        <a:lstStyle/>
        <a:p>
          <a:r>
            <a:rPr lang="en-US" b="1"/>
            <a:t>The "Effort Gap" Fallacy:</a:t>
          </a:r>
          <a:r>
            <a:rPr lang="en-US"/>
            <a:t> Students who logged excessive hours did not automatically outperform their peers.</a:t>
          </a:r>
        </a:p>
      </dgm:t>
    </dgm:pt>
    <dgm:pt modelId="{45783B49-7CC4-49AD-A9CD-DBB539EA53A3}" type="parTrans" cxnId="{25CA4E7F-0BDB-4AED-9585-0D027FBAC5A6}">
      <dgm:prSet/>
      <dgm:spPr/>
      <dgm:t>
        <a:bodyPr/>
        <a:lstStyle/>
        <a:p>
          <a:endParaRPr lang="en-US"/>
        </a:p>
      </dgm:t>
    </dgm:pt>
    <dgm:pt modelId="{B73553B0-7595-443B-BC8A-E99C70CF26AC}" type="sibTrans" cxnId="{25CA4E7F-0BDB-4AED-9585-0D027FBAC5A6}">
      <dgm:prSet/>
      <dgm:spPr/>
      <dgm:t>
        <a:bodyPr/>
        <a:lstStyle/>
        <a:p>
          <a:endParaRPr lang="en-US"/>
        </a:p>
      </dgm:t>
    </dgm:pt>
    <dgm:pt modelId="{FB9A4274-30C3-4D5C-9197-6EF359917C4B}">
      <dgm:prSet/>
      <dgm:spPr/>
      <dgm:t>
        <a:bodyPr/>
        <a:lstStyle/>
        <a:p>
          <a:r>
            <a:rPr lang="en-US" b="1"/>
            <a:t>Predictive Model Insight:</a:t>
          </a:r>
          <a:r>
            <a:rPr lang="en-US"/>
            <a:t> The Decision Tree model identified </a:t>
          </a:r>
          <a:r>
            <a:rPr lang="en-US" b="1"/>
            <a:t>Average Assignment Score</a:t>
          </a:r>
          <a:r>
            <a:rPr lang="en-US"/>
            <a:t> as the #1 predictor of a high final grade, outweighing login frequency or study duration.</a:t>
          </a:r>
        </a:p>
      </dgm:t>
    </dgm:pt>
    <dgm:pt modelId="{4487CBBD-79CD-45B0-9F69-4186B77456D8}" type="parTrans" cxnId="{622BDBDA-00D6-4F35-82B2-F5AE4A5A28FF}">
      <dgm:prSet/>
      <dgm:spPr/>
      <dgm:t>
        <a:bodyPr/>
        <a:lstStyle/>
        <a:p>
          <a:endParaRPr lang="en-US"/>
        </a:p>
      </dgm:t>
    </dgm:pt>
    <dgm:pt modelId="{4E3B0548-EA75-4D9E-BE7E-3D8667344E35}" type="sibTrans" cxnId="{622BDBDA-00D6-4F35-82B2-F5AE4A5A28FF}">
      <dgm:prSet/>
      <dgm:spPr/>
      <dgm:t>
        <a:bodyPr/>
        <a:lstStyle/>
        <a:p>
          <a:endParaRPr lang="en-US"/>
        </a:p>
      </dgm:t>
    </dgm:pt>
    <dgm:pt modelId="{C0BEF549-7792-451C-9E14-8489BF36A118}" type="pres">
      <dgm:prSet presAssocID="{9322D204-C805-4B82-9CEE-87861227931A}" presName="vert0" presStyleCnt="0">
        <dgm:presLayoutVars>
          <dgm:dir/>
          <dgm:animOne val="branch"/>
          <dgm:animLvl val="lvl"/>
        </dgm:presLayoutVars>
      </dgm:prSet>
      <dgm:spPr/>
    </dgm:pt>
    <dgm:pt modelId="{15952420-D851-4B18-943D-9B3C8453791E}" type="pres">
      <dgm:prSet presAssocID="{FEA3717F-09CF-477E-A308-EF6E3084FF05}" presName="thickLine" presStyleLbl="alignNode1" presStyleIdx="0" presStyleCnt="1"/>
      <dgm:spPr/>
    </dgm:pt>
    <dgm:pt modelId="{0A6930EB-4804-4B84-AB44-FFA7D04E6778}" type="pres">
      <dgm:prSet presAssocID="{FEA3717F-09CF-477E-A308-EF6E3084FF05}" presName="horz1" presStyleCnt="0"/>
      <dgm:spPr/>
    </dgm:pt>
    <dgm:pt modelId="{0785332D-2AAF-44B8-85C4-AD281BC7E5AE}" type="pres">
      <dgm:prSet presAssocID="{FEA3717F-09CF-477E-A308-EF6E3084FF05}" presName="tx1" presStyleLbl="revTx" presStyleIdx="0" presStyleCnt="4"/>
      <dgm:spPr/>
    </dgm:pt>
    <dgm:pt modelId="{A4BA2DD5-2C95-45B3-BAF4-82D6E56C6821}" type="pres">
      <dgm:prSet presAssocID="{FEA3717F-09CF-477E-A308-EF6E3084FF05}" presName="vert1" presStyleCnt="0"/>
      <dgm:spPr/>
    </dgm:pt>
    <dgm:pt modelId="{4F612F83-4BE0-4227-995E-F13F3888B03E}" type="pres">
      <dgm:prSet presAssocID="{09733E26-33C2-4C2B-BA49-78B7A1024158}" presName="vertSpace2a" presStyleCnt="0"/>
      <dgm:spPr/>
    </dgm:pt>
    <dgm:pt modelId="{F02952AF-B973-4CD0-8DF2-04422A4B9F3F}" type="pres">
      <dgm:prSet presAssocID="{09733E26-33C2-4C2B-BA49-78B7A1024158}" presName="horz2" presStyleCnt="0"/>
      <dgm:spPr/>
    </dgm:pt>
    <dgm:pt modelId="{6C040950-6DD8-4E1E-9A63-988BAA6A6D55}" type="pres">
      <dgm:prSet presAssocID="{09733E26-33C2-4C2B-BA49-78B7A1024158}" presName="horzSpace2" presStyleCnt="0"/>
      <dgm:spPr/>
    </dgm:pt>
    <dgm:pt modelId="{D7D70EF1-959A-439A-8C69-E29A0F554D02}" type="pres">
      <dgm:prSet presAssocID="{09733E26-33C2-4C2B-BA49-78B7A1024158}" presName="tx2" presStyleLbl="revTx" presStyleIdx="1" presStyleCnt="4"/>
      <dgm:spPr/>
    </dgm:pt>
    <dgm:pt modelId="{31D74896-F6EE-40CE-B160-40E437A8B68C}" type="pres">
      <dgm:prSet presAssocID="{09733E26-33C2-4C2B-BA49-78B7A1024158}" presName="vert2" presStyleCnt="0"/>
      <dgm:spPr/>
    </dgm:pt>
    <dgm:pt modelId="{C5AFE0A1-0F9D-45A8-B28F-3C787BB0A5F8}" type="pres">
      <dgm:prSet presAssocID="{09733E26-33C2-4C2B-BA49-78B7A1024158}" presName="thinLine2b" presStyleLbl="callout" presStyleIdx="0" presStyleCnt="3"/>
      <dgm:spPr/>
    </dgm:pt>
    <dgm:pt modelId="{CC9F1728-F098-4CC0-918E-84060250F417}" type="pres">
      <dgm:prSet presAssocID="{09733E26-33C2-4C2B-BA49-78B7A1024158}" presName="vertSpace2b" presStyleCnt="0"/>
      <dgm:spPr/>
    </dgm:pt>
    <dgm:pt modelId="{2F44C536-0614-4A08-B385-4DAE239A59F2}" type="pres">
      <dgm:prSet presAssocID="{3F2A64A3-B787-46D8-89FF-DCCCA11E983D}" presName="horz2" presStyleCnt="0"/>
      <dgm:spPr/>
    </dgm:pt>
    <dgm:pt modelId="{CEBB5779-BF24-4BAD-88AE-428DD256F9D0}" type="pres">
      <dgm:prSet presAssocID="{3F2A64A3-B787-46D8-89FF-DCCCA11E983D}" presName="horzSpace2" presStyleCnt="0"/>
      <dgm:spPr/>
    </dgm:pt>
    <dgm:pt modelId="{77D6240D-1885-4DBC-B608-DDE61A65EFC7}" type="pres">
      <dgm:prSet presAssocID="{3F2A64A3-B787-46D8-89FF-DCCCA11E983D}" presName="tx2" presStyleLbl="revTx" presStyleIdx="2" presStyleCnt="4"/>
      <dgm:spPr/>
    </dgm:pt>
    <dgm:pt modelId="{28EB6BDF-95BE-4D9D-BA71-691CF8AC4D99}" type="pres">
      <dgm:prSet presAssocID="{3F2A64A3-B787-46D8-89FF-DCCCA11E983D}" presName="vert2" presStyleCnt="0"/>
      <dgm:spPr/>
    </dgm:pt>
    <dgm:pt modelId="{FD39BE7E-CAA9-4D8F-A710-3A27C5181871}" type="pres">
      <dgm:prSet presAssocID="{3F2A64A3-B787-46D8-89FF-DCCCA11E983D}" presName="thinLine2b" presStyleLbl="callout" presStyleIdx="1" presStyleCnt="3"/>
      <dgm:spPr/>
    </dgm:pt>
    <dgm:pt modelId="{B632FE54-7C1E-45A2-9AF3-50CD3A561CDF}" type="pres">
      <dgm:prSet presAssocID="{3F2A64A3-B787-46D8-89FF-DCCCA11E983D}" presName="vertSpace2b" presStyleCnt="0"/>
      <dgm:spPr/>
    </dgm:pt>
    <dgm:pt modelId="{65E83A3D-5576-4C7C-B7A2-35D760383D70}" type="pres">
      <dgm:prSet presAssocID="{FB9A4274-30C3-4D5C-9197-6EF359917C4B}" presName="horz2" presStyleCnt="0"/>
      <dgm:spPr/>
    </dgm:pt>
    <dgm:pt modelId="{55785775-3CE5-4AED-B860-08707DBCB993}" type="pres">
      <dgm:prSet presAssocID="{FB9A4274-30C3-4D5C-9197-6EF359917C4B}" presName="horzSpace2" presStyleCnt="0"/>
      <dgm:spPr/>
    </dgm:pt>
    <dgm:pt modelId="{A19D72A1-1BCC-4B37-AA9D-830D118EBCF8}" type="pres">
      <dgm:prSet presAssocID="{FB9A4274-30C3-4D5C-9197-6EF359917C4B}" presName="tx2" presStyleLbl="revTx" presStyleIdx="3" presStyleCnt="4"/>
      <dgm:spPr/>
    </dgm:pt>
    <dgm:pt modelId="{AF65B439-6D28-4F22-99A2-DCD877327A78}" type="pres">
      <dgm:prSet presAssocID="{FB9A4274-30C3-4D5C-9197-6EF359917C4B}" presName="vert2" presStyleCnt="0"/>
      <dgm:spPr/>
    </dgm:pt>
    <dgm:pt modelId="{AF955B44-32B5-451D-AFE1-826DA3CB96B4}" type="pres">
      <dgm:prSet presAssocID="{FB9A4274-30C3-4D5C-9197-6EF359917C4B}" presName="thinLine2b" presStyleLbl="callout" presStyleIdx="2" presStyleCnt="3"/>
      <dgm:spPr/>
    </dgm:pt>
    <dgm:pt modelId="{1B0D5FB4-94F1-4C62-8C48-D1BF31039386}" type="pres">
      <dgm:prSet presAssocID="{FB9A4274-30C3-4D5C-9197-6EF359917C4B}" presName="vertSpace2b" presStyleCnt="0"/>
      <dgm:spPr/>
    </dgm:pt>
  </dgm:ptLst>
  <dgm:cxnLst>
    <dgm:cxn modelId="{AEF7121E-0D45-42B6-8FC5-33B9AC37D9E3}" srcId="{FEA3717F-09CF-477E-A308-EF6E3084FF05}" destId="{09733E26-33C2-4C2B-BA49-78B7A1024158}" srcOrd="0" destOrd="0" parTransId="{71C82C4E-2DCA-48A9-AF95-E43EB3D87A53}" sibTransId="{9309FED8-23B0-468C-BC04-385F699AFAA9}"/>
    <dgm:cxn modelId="{C3D82247-3240-4221-994C-D812EC52C3ED}" type="presOf" srcId="{FB9A4274-30C3-4D5C-9197-6EF359917C4B}" destId="{A19D72A1-1BCC-4B37-AA9D-830D118EBCF8}" srcOrd="0" destOrd="0" presId="urn:microsoft.com/office/officeart/2008/layout/LinedList"/>
    <dgm:cxn modelId="{B0DDB84B-93A5-44E5-9437-32F699905859}" type="presOf" srcId="{09733E26-33C2-4C2B-BA49-78B7A1024158}" destId="{D7D70EF1-959A-439A-8C69-E29A0F554D02}" srcOrd="0" destOrd="0" presId="urn:microsoft.com/office/officeart/2008/layout/LinedList"/>
    <dgm:cxn modelId="{08EFEA4F-7CA5-4CFA-A9FA-F94B53149141}" type="presOf" srcId="{3F2A64A3-B787-46D8-89FF-DCCCA11E983D}" destId="{77D6240D-1885-4DBC-B608-DDE61A65EFC7}" srcOrd="0" destOrd="0" presId="urn:microsoft.com/office/officeart/2008/layout/LinedList"/>
    <dgm:cxn modelId="{25CA4E7F-0BDB-4AED-9585-0D027FBAC5A6}" srcId="{FEA3717F-09CF-477E-A308-EF6E3084FF05}" destId="{3F2A64A3-B787-46D8-89FF-DCCCA11E983D}" srcOrd="1" destOrd="0" parTransId="{45783B49-7CC4-49AD-A9CD-DBB539EA53A3}" sibTransId="{B73553B0-7595-443B-BC8A-E99C70CF26AC}"/>
    <dgm:cxn modelId="{93BC8981-D957-4258-B936-71586F3D70CE}" type="presOf" srcId="{9322D204-C805-4B82-9CEE-87861227931A}" destId="{C0BEF549-7792-451C-9E14-8489BF36A118}" srcOrd="0" destOrd="0" presId="urn:microsoft.com/office/officeart/2008/layout/LinedList"/>
    <dgm:cxn modelId="{CDF9D58D-68CB-49FC-A75B-9B051108CBE7}" srcId="{9322D204-C805-4B82-9CEE-87861227931A}" destId="{FEA3717F-09CF-477E-A308-EF6E3084FF05}" srcOrd="0" destOrd="0" parTransId="{5AAA3E33-C3B2-498E-AA5E-80126E2B0A9F}" sibTransId="{27459E36-D700-4F0C-9584-CAB3A9F5454C}"/>
    <dgm:cxn modelId="{564495D3-B156-4580-98BB-068FD1489055}" type="presOf" srcId="{FEA3717F-09CF-477E-A308-EF6E3084FF05}" destId="{0785332D-2AAF-44B8-85C4-AD281BC7E5AE}" srcOrd="0" destOrd="0" presId="urn:microsoft.com/office/officeart/2008/layout/LinedList"/>
    <dgm:cxn modelId="{622BDBDA-00D6-4F35-82B2-F5AE4A5A28FF}" srcId="{FEA3717F-09CF-477E-A308-EF6E3084FF05}" destId="{FB9A4274-30C3-4D5C-9197-6EF359917C4B}" srcOrd="2" destOrd="0" parTransId="{4487CBBD-79CD-45B0-9F69-4186B77456D8}" sibTransId="{4E3B0548-EA75-4D9E-BE7E-3D8667344E35}"/>
    <dgm:cxn modelId="{8AF4AC30-E102-45FB-A973-5FE0173C1E78}" type="presParOf" srcId="{C0BEF549-7792-451C-9E14-8489BF36A118}" destId="{15952420-D851-4B18-943D-9B3C8453791E}" srcOrd="0" destOrd="0" presId="urn:microsoft.com/office/officeart/2008/layout/LinedList"/>
    <dgm:cxn modelId="{59AC7E07-5F38-4A14-B204-EE1B774EF109}" type="presParOf" srcId="{C0BEF549-7792-451C-9E14-8489BF36A118}" destId="{0A6930EB-4804-4B84-AB44-FFA7D04E6778}" srcOrd="1" destOrd="0" presId="urn:microsoft.com/office/officeart/2008/layout/LinedList"/>
    <dgm:cxn modelId="{50155409-A5E8-41D8-9563-CC9E4C3F3F3D}" type="presParOf" srcId="{0A6930EB-4804-4B84-AB44-FFA7D04E6778}" destId="{0785332D-2AAF-44B8-85C4-AD281BC7E5AE}" srcOrd="0" destOrd="0" presId="urn:microsoft.com/office/officeart/2008/layout/LinedList"/>
    <dgm:cxn modelId="{1D8B9180-AC47-4C90-84D9-86C74E5934C9}" type="presParOf" srcId="{0A6930EB-4804-4B84-AB44-FFA7D04E6778}" destId="{A4BA2DD5-2C95-45B3-BAF4-82D6E56C6821}" srcOrd="1" destOrd="0" presId="urn:microsoft.com/office/officeart/2008/layout/LinedList"/>
    <dgm:cxn modelId="{25E49D92-E3AE-4939-9136-8CA2D02C686D}" type="presParOf" srcId="{A4BA2DD5-2C95-45B3-BAF4-82D6E56C6821}" destId="{4F612F83-4BE0-4227-995E-F13F3888B03E}" srcOrd="0" destOrd="0" presId="urn:microsoft.com/office/officeart/2008/layout/LinedList"/>
    <dgm:cxn modelId="{CCC55117-047D-4475-85EE-68307D2F55C6}" type="presParOf" srcId="{A4BA2DD5-2C95-45B3-BAF4-82D6E56C6821}" destId="{F02952AF-B973-4CD0-8DF2-04422A4B9F3F}" srcOrd="1" destOrd="0" presId="urn:microsoft.com/office/officeart/2008/layout/LinedList"/>
    <dgm:cxn modelId="{B1389DCC-86C2-4DA6-87C2-6F76F14F69E2}" type="presParOf" srcId="{F02952AF-B973-4CD0-8DF2-04422A4B9F3F}" destId="{6C040950-6DD8-4E1E-9A63-988BAA6A6D55}" srcOrd="0" destOrd="0" presId="urn:microsoft.com/office/officeart/2008/layout/LinedList"/>
    <dgm:cxn modelId="{455B8E4C-9AB2-4FE0-9F1C-8A458E32EB56}" type="presParOf" srcId="{F02952AF-B973-4CD0-8DF2-04422A4B9F3F}" destId="{D7D70EF1-959A-439A-8C69-E29A0F554D02}" srcOrd="1" destOrd="0" presId="urn:microsoft.com/office/officeart/2008/layout/LinedList"/>
    <dgm:cxn modelId="{9473EC28-DF3D-4B3C-8F18-2FD15251FF2C}" type="presParOf" srcId="{F02952AF-B973-4CD0-8DF2-04422A4B9F3F}" destId="{31D74896-F6EE-40CE-B160-40E437A8B68C}" srcOrd="2" destOrd="0" presId="urn:microsoft.com/office/officeart/2008/layout/LinedList"/>
    <dgm:cxn modelId="{B29E4D37-6227-4538-9DDB-0D5267CED968}" type="presParOf" srcId="{A4BA2DD5-2C95-45B3-BAF4-82D6E56C6821}" destId="{C5AFE0A1-0F9D-45A8-B28F-3C787BB0A5F8}" srcOrd="2" destOrd="0" presId="urn:microsoft.com/office/officeart/2008/layout/LinedList"/>
    <dgm:cxn modelId="{82A549F9-4238-4996-8072-8DB0BBBB082E}" type="presParOf" srcId="{A4BA2DD5-2C95-45B3-BAF4-82D6E56C6821}" destId="{CC9F1728-F098-4CC0-918E-84060250F417}" srcOrd="3" destOrd="0" presId="urn:microsoft.com/office/officeart/2008/layout/LinedList"/>
    <dgm:cxn modelId="{E2628F92-0E1B-459D-A4CB-46167CC6E5CD}" type="presParOf" srcId="{A4BA2DD5-2C95-45B3-BAF4-82D6E56C6821}" destId="{2F44C536-0614-4A08-B385-4DAE239A59F2}" srcOrd="4" destOrd="0" presId="urn:microsoft.com/office/officeart/2008/layout/LinedList"/>
    <dgm:cxn modelId="{CF962AF0-FF2F-4864-AF32-0A8E3D467B86}" type="presParOf" srcId="{2F44C536-0614-4A08-B385-4DAE239A59F2}" destId="{CEBB5779-BF24-4BAD-88AE-428DD256F9D0}" srcOrd="0" destOrd="0" presId="urn:microsoft.com/office/officeart/2008/layout/LinedList"/>
    <dgm:cxn modelId="{6DED9922-3706-4D43-BD9B-675594FEEB3A}" type="presParOf" srcId="{2F44C536-0614-4A08-B385-4DAE239A59F2}" destId="{77D6240D-1885-4DBC-B608-DDE61A65EFC7}" srcOrd="1" destOrd="0" presId="urn:microsoft.com/office/officeart/2008/layout/LinedList"/>
    <dgm:cxn modelId="{93BD68B7-5610-4062-955A-B932F3E13DC4}" type="presParOf" srcId="{2F44C536-0614-4A08-B385-4DAE239A59F2}" destId="{28EB6BDF-95BE-4D9D-BA71-691CF8AC4D99}" srcOrd="2" destOrd="0" presId="urn:microsoft.com/office/officeart/2008/layout/LinedList"/>
    <dgm:cxn modelId="{883730EE-C9DF-41CF-95BC-459CE378D1AC}" type="presParOf" srcId="{A4BA2DD5-2C95-45B3-BAF4-82D6E56C6821}" destId="{FD39BE7E-CAA9-4D8F-A710-3A27C5181871}" srcOrd="5" destOrd="0" presId="urn:microsoft.com/office/officeart/2008/layout/LinedList"/>
    <dgm:cxn modelId="{2EC3857A-1E5A-48C5-8DFD-B997C011829B}" type="presParOf" srcId="{A4BA2DD5-2C95-45B3-BAF4-82D6E56C6821}" destId="{B632FE54-7C1E-45A2-9AF3-50CD3A561CDF}" srcOrd="6" destOrd="0" presId="urn:microsoft.com/office/officeart/2008/layout/LinedList"/>
    <dgm:cxn modelId="{DC92FB30-32C4-440D-B3E9-4F1FEFE73CC7}" type="presParOf" srcId="{A4BA2DD5-2C95-45B3-BAF4-82D6E56C6821}" destId="{65E83A3D-5576-4C7C-B7A2-35D760383D70}" srcOrd="7" destOrd="0" presId="urn:microsoft.com/office/officeart/2008/layout/LinedList"/>
    <dgm:cxn modelId="{D3F116A2-16F7-4230-9D0D-1FBE989DA28C}" type="presParOf" srcId="{65E83A3D-5576-4C7C-B7A2-35D760383D70}" destId="{55785775-3CE5-4AED-B860-08707DBCB993}" srcOrd="0" destOrd="0" presId="urn:microsoft.com/office/officeart/2008/layout/LinedList"/>
    <dgm:cxn modelId="{DFBCF7C4-7CA5-4C45-B181-AD4AB7A099A3}" type="presParOf" srcId="{65E83A3D-5576-4C7C-B7A2-35D760383D70}" destId="{A19D72A1-1BCC-4B37-AA9D-830D118EBCF8}" srcOrd="1" destOrd="0" presId="urn:microsoft.com/office/officeart/2008/layout/LinedList"/>
    <dgm:cxn modelId="{1679E6E1-CD33-438B-B626-C788A4566D13}" type="presParOf" srcId="{65E83A3D-5576-4C7C-B7A2-35D760383D70}" destId="{AF65B439-6D28-4F22-99A2-DCD877327A78}" srcOrd="2" destOrd="0" presId="urn:microsoft.com/office/officeart/2008/layout/LinedList"/>
    <dgm:cxn modelId="{965D4E2C-3E9B-4B3C-BA6A-387B5360793E}" type="presParOf" srcId="{A4BA2DD5-2C95-45B3-BAF4-82D6E56C6821}" destId="{AF955B44-32B5-451D-AFE1-826DA3CB96B4}" srcOrd="8" destOrd="0" presId="urn:microsoft.com/office/officeart/2008/layout/LinedList"/>
    <dgm:cxn modelId="{2D6D1BCC-0B9A-4588-AC52-DFFBDAF6B0B0}" type="presParOf" srcId="{A4BA2DD5-2C95-45B3-BAF4-82D6E56C6821}" destId="{1B0D5FB4-94F1-4C62-8C48-D1BF31039386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0B76A3-1282-401D-85D5-20E578947073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B9C38-59F2-4C95-B375-0DBFA4684F19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C1DEDB-16B4-47F1-9324-AA6808A3D683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Online learning is becoming more common.</a:t>
          </a:r>
        </a:p>
      </dsp:txBody>
      <dsp:txXfrm>
        <a:off x="1948202" y="368029"/>
        <a:ext cx="3233964" cy="1371985"/>
      </dsp:txXfrm>
    </dsp:sp>
    <dsp:sp modelId="{F6AE60FC-E958-4091-87BC-D9CB603D0662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3BF5C0-7037-4456-9804-058B3363BB98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747857-949C-49E0-B6DD-AE6A2C6F9977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Student success varies widely in online formats.</a:t>
          </a:r>
        </a:p>
      </dsp:txBody>
      <dsp:txXfrm>
        <a:off x="7411643" y="368029"/>
        <a:ext cx="3233964" cy="1371985"/>
      </dsp:txXfrm>
    </dsp:sp>
    <dsp:sp modelId="{B35A1AA5-B586-4308-B182-D57481032E10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599803-3CF2-45C1-BA94-85951FA92B48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50A0B7-03C2-4EA8-8FE0-7B135BF9FEE3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Instructors often don’t know which factors matter most.</a:t>
          </a:r>
        </a:p>
      </dsp:txBody>
      <dsp:txXfrm>
        <a:off x="1948202" y="2452790"/>
        <a:ext cx="3233964" cy="1371985"/>
      </dsp:txXfrm>
    </dsp:sp>
    <dsp:sp modelId="{639F5F4D-592C-47F5-93AA-2675E02803F7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2E9E65-E3DE-4CF5-843F-3770EC6699FD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469E2C-8F44-4241-B087-F2B252D6F42E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 wanted to analyze real behavioral patterns and discover what drives outcomes.</a:t>
          </a:r>
        </a:p>
      </dsp:txBody>
      <dsp:txXfrm>
        <a:off x="7411643" y="2452790"/>
        <a:ext cx="3233964" cy="13719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B296F9-DC6C-4868-ABC6-BF60FC2B32F9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763C84-975D-4571-8613-32D677BE9871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Internal Data:</a:t>
          </a:r>
          <a:r>
            <a:rPr lang="en-US" sz="1500" kern="1200"/>
            <a:t> logins, submissions, discussions, grades, demographics</a:t>
          </a:r>
        </a:p>
      </dsp:txBody>
      <dsp:txXfrm>
        <a:off x="59990" y="2654049"/>
        <a:ext cx="3226223" cy="720000"/>
      </dsp:txXfrm>
    </dsp:sp>
    <dsp:sp modelId="{E29CA92D-86CC-4FAB-8C1E-41322A3B5271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61B427-B65B-465A-87E8-FB84A1294C16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External Data:</a:t>
          </a:r>
          <a:r>
            <a:rPr lang="en-US" sz="1500" kern="1200"/>
            <a:t> National Engagement Benchmarks (comparing majors to national averages).</a:t>
          </a:r>
        </a:p>
      </dsp:txBody>
      <dsp:txXfrm>
        <a:off x="3850802" y="2654049"/>
        <a:ext cx="3226223" cy="720000"/>
      </dsp:txXfrm>
    </dsp:sp>
    <dsp:sp modelId="{44264BA3-666B-4C59-8C87-17BF566AE8BF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E6228-8475-4977-B9B0-219651E37AFF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Synthetic IDs:</a:t>
          </a:r>
          <a:r>
            <a:rPr lang="en-US" sz="1500" kern="1200"/>
            <a:t> because the dataset is simulated and privacy-safe</a:t>
          </a:r>
        </a:p>
      </dsp:txBody>
      <dsp:txXfrm>
        <a:off x="7641615" y="2654049"/>
        <a:ext cx="3226223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F741BB-7FE6-425E-855C-F7F070E04F14}">
      <dsp:nvSpPr>
        <dsp:cNvPr id="0" name=""/>
        <dsp:cNvSpPr/>
      </dsp:nvSpPr>
      <dsp:spPr>
        <a:xfrm>
          <a:off x="3578798" y="728330"/>
          <a:ext cx="5627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773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45350" y="771083"/>
        <a:ext cx="29668" cy="5933"/>
      </dsp:txXfrm>
    </dsp:sp>
    <dsp:sp modelId="{A17623FA-D71A-4422-9E7E-46CB2B152399}">
      <dsp:nvSpPr>
        <dsp:cNvPr id="0" name=""/>
        <dsp:cNvSpPr/>
      </dsp:nvSpPr>
      <dsp:spPr>
        <a:xfrm>
          <a:off x="1000712" y="84"/>
          <a:ext cx="2579885" cy="154793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417" tIns="132696" rIns="126417" bIns="132696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Clean timestamps and calculate weekly participation</a:t>
          </a:r>
        </a:p>
      </dsp:txBody>
      <dsp:txXfrm>
        <a:off x="1000712" y="84"/>
        <a:ext cx="2579885" cy="1547931"/>
      </dsp:txXfrm>
    </dsp:sp>
    <dsp:sp modelId="{3FC9D6EB-BE42-4A85-8914-BA5A44C15045}">
      <dsp:nvSpPr>
        <dsp:cNvPr id="0" name=""/>
        <dsp:cNvSpPr/>
      </dsp:nvSpPr>
      <dsp:spPr>
        <a:xfrm>
          <a:off x="6752057" y="728330"/>
          <a:ext cx="5627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773" y="45720"/>
              </a:lnTo>
            </a:path>
          </a:pathLst>
        </a:custGeom>
        <a:noFill/>
        <a:ln w="1270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18609" y="771083"/>
        <a:ext cx="29668" cy="5933"/>
      </dsp:txXfrm>
    </dsp:sp>
    <dsp:sp modelId="{725ACB0F-3766-4AE0-8167-972CD3D28819}">
      <dsp:nvSpPr>
        <dsp:cNvPr id="0" name=""/>
        <dsp:cNvSpPr/>
      </dsp:nvSpPr>
      <dsp:spPr>
        <a:xfrm>
          <a:off x="4173971" y="84"/>
          <a:ext cx="2579885" cy="1547931"/>
        </a:xfrm>
        <a:prstGeom prst="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417" tIns="132696" rIns="126417" bIns="132696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Merge all datasets into a single master table</a:t>
          </a:r>
        </a:p>
      </dsp:txBody>
      <dsp:txXfrm>
        <a:off x="4173971" y="84"/>
        <a:ext cx="2579885" cy="1547931"/>
      </dsp:txXfrm>
    </dsp:sp>
    <dsp:sp modelId="{565162F9-FC46-4D5F-8C7A-579F5E35C786}">
      <dsp:nvSpPr>
        <dsp:cNvPr id="0" name=""/>
        <dsp:cNvSpPr/>
      </dsp:nvSpPr>
      <dsp:spPr>
        <a:xfrm>
          <a:off x="2290655" y="1546215"/>
          <a:ext cx="6346518" cy="562773"/>
        </a:xfrm>
        <a:custGeom>
          <a:avLst/>
          <a:gdLst/>
          <a:ahLst/>
          <a:cxnLst/>
          <a:rect l="0" t="0" r="0" b="0"/>
          <a:pathLst>
            <a:path>
              <a:moveTo>
                <a:pt x="6346518" y="0"/>
              </a:moveTo>
              <a:lnTo>
                <a:pt x="6346518" y="298486"/>
              </a:lnTo>
              <a:lnTo>
                <a:pt x="0" y="298486"/>
              </a:lnTo>
              <a:lnTo>
                <a:pt x="0" y="562773"/>
              </a:lnTo>
            </a:path>
          </a:pathLst>
        </a:custGeom>
        <a:noFill/>
        <a:ln w="1270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04559" y="1824635"/>
        <a:ext cx="318709" cy="5933"/>
      </dsp:txXfrm>
    </dsp:sp>
    <dsp:sp modelId="{6157D5BE-0F71-4CA2-A855-E8ECBC1AD4B0}">
      <dsp:nvSpPr>
        <dsp:cNvPr id="0" name=""/>
        <dsp:cNvSpPr/>
      </dsp:nvSpPr>
      <dsp:spPr>
        <a:xfrm>
          <a:off x="7347230" y="84"/>
          <a:ext cx="2579885" cy="1547931"/>
        </a:xfrm>
        <a:prstGeom prst="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417" tIns="132696" rIns="126417" bIns="132696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Create features like login frequency, study hours, discussion activity</a:t>
          </a:r>
        </a:p>
      </dsp:txBody>
      <dsp:txXfrm>
        <a:off x="7347230" y="84"/>
        <a:ext cx="2579885" cy="1547931"/>
      </dsp:txXfrm>
    </dsp:sp>
    <dsp:sp modelId="{BA7887F7-B3D3-4A1E-ABED-4ACC42E9F896}">
      <dsp:nvSpPr>
        <dsp:cNvPr id="0" name=""/>
        <dsp:cNvSpPr/>
      </dsp:nvSpPr>
      <dsp:spPr>
        <a:xfrm>
          <a:off x="3578798" y="2869634"/>
          <a:ext cx="5627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773" y="45720"/>
              </a:lnTo>
            </a:path>
          </a:pathLst>
        </a:custGeom>
        <a:noFill/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45350" y="2912388"/>
        <a:ext cx="29668" cy="5933"/>
      </dsp:txXfrm>
    </dsp:sp>
    <dsp:sp modelId="{2CDF4655-7EB7-43C6-9C8A-D1B4532F1E02}">
      <dsp:nvSpPr>
        <dsp:cNvPr id="0" name=""/>
        <dsp:cNvSpPr/>
      </dsp:nvSpPr>
      <dsp:spPr>
        <a:xfrm>
          <a:off x="1000712" y="2141389"/>
          <a:ext cx="2579885" cy="1547931"/>
        </a:xfrm>
        <a:prstGeom prst="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417" tIns="132696" rIns="126417" bIns="132696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Analyze correlations and patterns</a:t>
          </a:r>
        </a:p>
      </dsp:txBody>
      <dsp:txXfrm>
        <a:off x="1000712" y="2141389"/>
        <a:ext cx="2579885" cy="1547931"/>
      </dsp:txXfrm>
    </dsp:sp>
    <dsp:sp modelId="{0FEAB33D-067D-47C3-ACCF-6AD4528A68E6}">
      <dsp:nvSpPr>
        <dsp:cNvPr id="0" name=""/>
        <dsp:cNvSpPr/>
      </dsp:nvSpPr>
      <dsp:spPr>
        <a:xfrm>
          <a:off x="4173971" y="2141389"/>
          <a:ext cx="2579885" cy="1547931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417" tIns="132696" rIns="126417" bIns="132696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Build a simple predictive model</a:t>
          </a:r>
        </a:p>
      </dsp:txBody>
      <dsp:txXfrm>
        <a:off x="4173971" y="2141389"/>
        <a:ext cx="2579885" cy="15479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952420-D851-4B18-943D-9B3C8453791E}">
      <dsp:nvSpPr>
        <dsp:cNvPr id="0" name=""/>
        <dsp:cNvSpPr/>
      </dsp:nvSpPr>
      <dsp:spPr>
        <a:xfrm>
          <a:off x="0" y="0"/>
          <a:ext cx="517160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85332D-2AAF-44B8-85C4-AD281BC7E5AE}">
      <dsp:nvSpPr>
        <dsp:cNvPr id="0" name=""/>
        <dsp:cNvSpPr/>
      </dsp:nvSpPr>
      <dsp:spPr>
        <a:xfrm>
          <a:off x="0" y="0"/>
          <a:ext cx="1034321" cy="4524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Key Findings</a:t>
          </a:r>
          <a:endParaRPr lang="en-US" sz="1800" kern="1200"/>
        </a:p>
      </dsp:txBody>
      <dsp:txXfrm>
        <a:off x="0" y="0"/>
        <a:ext cx="1034321" cy="4524315"/>
      </dsp:txXfrm>
    </dsp:sp>
    <dsp:sp modelId="{D7D70EF1-959A-439A-8C69-E29A0F554D02}">
      <dsp:nvSpPr>
        <dsp:cNvPr id="0" name=""/>
        <dsp:cNvSpPr/>
      </dsp:nvSpPr>
      <dsp:spPr>
        <a:xfrm>
          <a:off x="1111895" y="70692"/>
          <a:ext cx="4059710" cy="1413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Hypothesis Rejected:</a:t>
          </a:r>
          <a:r>
            <a:rPr lang="en-US" sz="1800" kern="1200"/>
            <a:t> My analysis found </a:t>
          </a:r>
          <a:r>
            <a:rPr lang="en-US" sz="1800" b="1" kern="1200"/>
            <a:t>no significant correlation</a:t>
          </a:r>
          <a:r>
            <a:rPr lang="en-US" sz="1800" kern="1200"/>
            <a:t> (-0.08) between studying </a:t>
          </a:r>
          <a:r>
            <a:rPr lang="en-US" sz="1800" i="1" kern="1200"/>
            <a:t>more</a:t>
          </a:r>
          <a:r>
            <a:rPr lang="en-US" sz="1800" kern="1200"/>
            <a:t> than the national average and achieving higher grades.</a:t>
          </a:r>
        </a:p>
      </dsp:txBody>
      <dsp:txXfrm>
        <a:off x="1111895" y="70692"/>
        <a:ext cx="4059710" cy="1413848"/>
      </dsp:txXfrm>
    </dsp:sp>
    <dsp:sp modelId="{C5AFE0A1-0F9D-45A8-B28F-3C787BB0A5F8}">
      <dsp:nvSpPr>
        <dsp:cNvPr id="0" name=""/>
        <dsp:cNvSpPr/>
      </dsp:nvSpPr>
      <dsp:spPr>
        <a:xfrm>
          <a:off x="1034321" y="1484540"/>
          <a:ext cx="41372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D6240D-1885-4DBC-B608-DDE61A65EFC7}">
      <dsp:nvSpPr>
        <dsp:cNvPr id="0" name=""/>
        <dsp:cNvSpPr/>
      </dsp:nvSpPr>
      <dsp:spPr>
        <a:xfrm>
          <a:off x="1111895" y="1555233"/>
          <a:ext cx="4059710" cy="1413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The "Effort Gap" Fallacy:</a:t>
          </a:r>
          <a:r>
            <a:rPr lang="en-US" sz="1800" kern="1200"/>
            <a:t> Students who logged excessive hours did not automatically outperform their peers.</a:t>
          </a:r>
        </a:p>
      </dsp:txBody>
      <dsp:txXfrm>
        <a:off x="1111895" y="1555233"/>
        <a:ext cx="4059710" cy="1413848"/>
      </dsp:txXfrm>
    </dsp:sp>
    <dsp:sp modelId="{FD39BE7E-CAA9-4D8F-A710-3A27C5181871}">
      <dsp:nvSpPr>
        <dsp:cNvPr id="0" name=""/>
        <dsp:cNvSpPr/>
      </dsp:nvSpPr>
      <dsp:spPr>
        <a:xfrm>
          <a:off x="1034321" y="2969081"/>
          <a:ext cx="41372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9D72A1-1BCC-4B37-AA9D-830D118EBCF8}">
      <dsp:nvSpPr>
        <dsp:cNvPr id="0" name=""/>
        <dsp:cNvSpPr/>
      </dsp:nvSpPr>
      <dsp:spPr>
        <a:xfrm>
          <a:off x="1111895" y="3039774"/>
          <a:ext cx="4059710" cy="1413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Predictive Model Insight:</a:t>
          </a:r>
          <a:r>
            <a:rPr lang="en-US" sz="1800" kern="1200"/>
            <a:t> The Decision Tree model identified </a:t>
          </a:r>
          <a:r>
            <a:rPr lang="en-US" sz="1800" b="1" kern="1200"/>
            <a:t>Average Assignment Score</a:t>
          </a:r>
          <a:r>
            <a:rPr lang="en-US" sz="1800" kern="1200"/>
            <a:t> as the #1 predictor of a high final grade, outweighing login frequency or study duration.</a:t>
          </a:r>
        </a:p>
      </dsp:txBody>
      <dsp:txXfrm>
        <a:off x="1111895" y="3039774"/>
        <a:ext cx="4059710" cy="1413848"/>
      </dsp:txXfrm>
    </dsp:sp>
    <dsp:sp modelId="{AF955B44-32B5-451D-AFE1-826DA3CB96B4}">
      <dsp:nvSpPr>
        <dsp:cNvPr id="0" name=""/>
        <dsp:cNvSpPr/>
      </dsp:nvSpPr>
      <dsp:spPr>
        <a:xfrm>
          <a:off x="1034321" y="4453622"/>
          <a:ext cx="41372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B80DFE-4978-4017-A348-78F3131571B1}" type="datetimeFigureOut"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191DCD-0C46-430F-8930-7B43C943EAB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152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explores which factors most strongly influence how well students perform in online classes. As someone who wants to be a professor, understanding what actually helps students succeed and whether 'effort' (like login frequency and study hours) directly translates to higher grades.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191DCD-0C46-430F-8930-7B43C943EAB2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407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Online learning keeps growing, but students don’t always perform equally well in this format. I wanted to understand what really matters, whether it be participation, access to resources, instructor feedback, or student habits, so we can design better online courses.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191DCD-0C46-430F-8930-7B43C943EAB2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851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used five interconnected datasets that mimic a real learning management system: student demographics, login activity, assignment submissions, discussion posts, and final grades. These datasets give a full picture of how students behave throughout the course. I combined internal CSV logs with external benchmark data on study habits by major.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191DCD-0C46-430F-8930-7B43C943EAB2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36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workflow follows a standard data analytics process. I cleaned and transformed the raw data, merged all sources together, engineered meaningful features, and then performed statistical analysis to discover which factors predicted final grades.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191DCD-0C46-430F-8930-7B43C943EAB2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2816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biggest technical challenge was that the raw data was transactional, one student had dozens of individual login rows. I had to write aggregation logic in Python to group these by </a:t>
            </a:r>
            <a:r>
              <a:rPr lang="en-US" dirty="0" err="1"/>
              <a:t>student_id</a:t>
            </a:r>
            <a:r>
              <a:rPr lang="en-US" dirty="0"/>
              <a:t> and calculate metrics like 'Total Logins' and 'Average Assignment Score' before I could merge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191DCD-0C46-430F-8930-7B43C943EAB2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367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I validated the data. This histogram shows a normal distribution of grades, confirming the data was clean enough for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191DCD-0C46-430F-8930-7B43C943EAB2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1910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was the surprising insight. I calculated an 'Effort Gap' to see if students who study </a:t>
            </a:r>
            <a:r>
              <a:rPr lang="en-US" i="1" dirty="0"/>
              <a:t>more</a:t>
            </a:r>
            <a:r>
              <a:rPr lang="en-US" dirty="0"/>
              <a:t> than the national average get better grades. As you can see, the correlation is essentially zero (-0.08). This suggests that sheer hours spent studying is not the primary driver of high grades in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191DCD-0C46-430F-8930-7B43C943EAB2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968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go deeper, I implemented a Decision Tree Regressor using scikit-learn. Instead of just looking at correlations, this model attempts to predict a student's final grade based on their activity metrics. It successfully identified that 'Average Assignment Score' was a stronger predictor than study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191DCD-0C46-430F-8930-7B43C943EAB2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041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8D436F-9ACD-4C92-AFC8-C934C527A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0538E0-A884-4E60-A6AB-77D830E2F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3478" y="0"/>
            <a:ext cx="465738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1162" y="3050434"/>
            <a:ext cx="3722933" cy="757130"/>
          </a:xfrm>
          <a:ln w="25400" cap="sq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Helps Students Succeed in Online Classes?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0D7DD0-1C67-4D4C-9E06-678233DB8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53478" cy="6858000"/>
          </a:xfrm>
          <a:prstGeom prst="rect">
            <a:avLst/>
          </a:prstGeom>
          <a:solidFill>
            <a:srgbClr val="0C3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2511" y="4573460"/>
            <a:ext cx="2854509" cy="5604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</a:rPr>
              <a:t>A Data-Driven Analysis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8367E2-350B-E251-DA1C-36D52DDB824B}"/>
              </a:ext>
            </a:extLst>
          </p:cNvPr>
          <p:cNvSpPr txBox="1"/>
          <p:nvPr/>
        </p:nvSpPr>
        <p:spPr>
          <a:xfrm>
            <a:off x="9243934" y="5796196"/>
            <a:ext cx="281065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>
                <a:solidFill>
                  <a:srgbClr val="E97132"/>
                </a:solidFill>
                <a:ea typeface="+mn-lt"/>
                <a:cs typeface="+mn-lt"/>
              </a:rPr>
              <a:t>Final Project – IS 362</a:t>
            </a:r>
            <a:endParaRPr lang="en-US" dirty="0">
              <a:solidFill>
                <a:srgbClr val="E97132"/>
              </a:solidFill>
            </a:endParaRPr>
          </a:p>
          <a:p>
            <a:pPr algn="r"/>
            <a:r>
              <a:rPr lang="en-US" err="1">
                <a:solidFill>
                  <a:srgbClr val="E97132"/>
                </a:solidFill>
              </a:rPr>
              <a:t>Shakhyry</a:t>
            </a:r>
            <a:r>
              <a:rPr lang="en-US" dirty="0">
                <a:solidFill>
                  <a:srgbClr val="E97132"/>
                </a:solidFill>
              </a:rPr>
              <a:t> Walsh</a:t>
            </a:r>
          </a:p>
          <a:p>
            <a:pPr algn="r"/>
            <a:r>
              <a:rPr lang="en-US">
                <a:solidFill>
                  <a:srgbClr val="E97132"/>
                </a:solidFill>
              </a:rPr>
              <a:t>12/7/2025</a:t>
            </a:r>
            <a:endParaRPr lang="en-US" dirty="0">
              <a:solidFill>
                <a:srgbClr val="E97132"/>
              </a:solidFill>
            </a:endParaRPr>
          </a:p>
        </p:txBody>
      </p:sp>
      <p:pic>
        <p:nvPicPr>
          <p:cNvPr id="7" name="Picture 6" descr="A tablet with writing on it&#10;&#10;AI-generated content may be incorrect.">
            <a:extLst>
              <a:ext uri="{FF2B5EF4-FFF2-40B4-BE49-F238E27FC236}">
                <a16:creationId xmlns:a16="http://schemas.microsoft.com/office/drawing/2014/main" id="{1257BCCA-5707-2B88-C834-780D44EF5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238" y="814916"/>
            <a:ext cx="6332942" cy="47307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D2F5CA-D438-1B7C-5015-DCB8788F5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Motivation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DDC1BFCA-8638-1759-3386-1268764D1A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884471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83792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432696-EC06-F5E6-7D54-122BC117D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Data Sources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0FD0ABEE-5A35-F5F2-8DB6-B7BC4AE860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07061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79028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179B6B-002D-CF5D-7C67-0AD2C0753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Workflow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72AD9E-F9F0-B1E3-A6A5-2051740D95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28492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41988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B92021-76BC-BC61-2512-751F3E6D4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The Challenge</a:t>
            </a:r>
          </a:p>
        </p:txBody>
      </p:sp>
      <p:pic>
        <p:nvPicPr>
          <p:cNvPr id="11" name="Picture 10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75CF62AB-F246-D4DA-348C-C0017643A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32" y="2536682"/>
            <a:ext cx="5998920" cy="3223625"/>
          </a:xfrm>
          <a:prstGeom prst="rect">
            <a:avLst/>
          </a:prstGeom>
        </p:spPr>
      </p:pic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3DBCAC-79FE-DF9A-ABA6-C8436FDFF2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t="797" r="31311" b="26769"/>
          <a:stretch>
            <a:fillRect/>
          </a:stretch>
        </p:blipFill>
        <p:spPr>
          <a:xfrm>
            <a:off x="6345165" y="1900315"/>
            <a:ext cx="5379116" cy="461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72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6646FC9-C66D-4EC7-8310-0DD4ACC49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6BC7CD-C37B-F63E-64B9-D8BD2B1B2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Descriptive Analysis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pic>
        <p:nvPicPr>
          <p:cNvPr id="4" name="Content Placeholder 3" descr="A diagram of a distribution of grades&#10;&#10;AI-generated content may be incorrect.">
            <a:extLst>
              <a:ext uri="{FF2B5EF4-FFF2-40B4-BE49-F238E27FC236}">
                <a16:creationId xmlns:a16="http://schemas.microsoft.com/office/drawing/2014/main" id="{FAD753D5-6CE4-5536-F438-0C78E0B20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5572" y="2320032"/>
            <a:ext cx="5596128" cy="3735415"/>
          </a:xfrm>
          <a:prstGeom prst="rect">
            <a:avLst/>
          </a:prstGeom>
        </p:spPr>
      </p:pic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270BC739-FEBC-4836-5AF2-32A1DB642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2" y="3447076"/>
            <a:ext cx="5596128" cy="148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69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5C931-9958-17A8-6B4C-5C23A97D1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Key Insight</a:t>
            </a:r>
          </a:p>
        </p:txBody>
      </p:sp>
      <p:pic>
        <p:nvPicPr>
          <p:cNvPr id="4" name="Content Placeholder 3" descr="A graph with colored dots and white text&#10;&#10;AI-generated content may be incorrect.">
            <a:extLst>
              <a:ext uri="{FF2B5EF4-FFF2-40B4-BE49-F238E27FC236}">
                <a16:creationId xmlns:a16="http://schemas.microsoft.com/office/drawing/2014/main" id="{97A80786-A4C0-9691-3640-3510560362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04465" y="1675227"/>
            <a:ext cx="6583069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841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4B15F3-62F7-2FB4-38E7-58C56C14E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Advanced Analysis</a:t>
            </a:r>
          </a:p>
        </p:txBody>
      </p:sp>
      <p:pic>
        <p:nvPicPr>
          <p:cNvPr id="4" name="Content Placeholder 3" descr="A diagram of a tree&#10;&#10;AI-generated content may be incorrect.">
            <a:extLst>
              <a:ext uri="{FF2B5EF4-FFF2-40B4-BE49-F238E27FC236}">
                <a16:creationId xmlns:a16="http://schemas.microsoft.com/office/drawing/2014/main" id="{6CBFB368-B47D-FFD8-5675-2326D8C4B7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34528" y="1416433"/>
            <a:ext cx="10322354" cy="544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555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653FE8-9528-FA3A-455D-7E1402B7B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A55DE-E9D7-5271-D48C-C4295EE14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5873" y="978243"/>
            <a:ext cx="7321320" cy="6977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Quality </a:t>
            </a:r>
            <a:r>
              <a:rPr lang="en-US" sz="2400" dirty="0"/>
              <a:t>of Engagement Matters More Than </a:t>
            </a:r>
            <a:r>
              <a:rPr lang="en-US" sz="2400" b="1" dirty="0"/>
              <a:t>Quantity</a:t>
            </a:r>
            <a:endParaRPr lang="en-US" b="1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74BFE57-9332-4E1D-C184-D3F241501547}"/>
              </a:ext>
            </a:extLst>
          </p:cNvPr>
          <p:cNvSpPr txBox="1"/>
          <p:nvPr/>
        </p:nvSpPr>
        <p:spPr>
          <a:xfrm>
            <a:off x="6882983" y="2448393"/>
            <a:ext cx="4596983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Future Recommendations</a:t>
            </a:r>
            <a:endParaRPr lang="en-US" dirty="0"/>
          </a:p>
          <a:p>
            <a:endParaRPr lang="en-US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For Students:</a:t>
            </a:r>
            <a:r>
              <a:rPr lang="en-US" dirty="0">
                <a:ea typeface="+mn-lt"/>
                <a:cs typeface="+mn-lt"/>
              </a:rPr>
              <a:t> Focus on mastering early assignments rather than just logging "seat time."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For Instructors:</a:t>
            </a:r>
            <a:r>
              <a:rPr lang="en-US" dirty="0">
                <a:ea typeface="+mn-lt"/>
                <a:cs typeface="+mn-lt"/>
              </a:rPr>
              <a:t> Early intervention should target students with low assignment scores, not just those with low login activity.</a:t>
            </a:r>
            <a:endParaRPr lang="en-US" dirty="0"/>
          </a:p>
          <a:p>
            <a:pPr algn="l"/>
            <a:endParaRPr lang="en-US" dirty="0"/>
          </a:p>
        </p:txBody>
      </p:sp>
      <p:graphicFrame>
        <p:nvGraphicFramePr>
          <p:cNvPr id="126" name="TextBox 122">
            <a:extLst>
              <a:ext uri="{FF2B5EF4-FFF2-40B4-BE49-F238E27FC236}">
                <a16:creationId xmlns:a16="http://schemas.microsoft.com/office/drawing/2014/main" id="{54D56F78-8724-A419-ED4E-EBF12C8331B8}"/>
              </a:ext>
            </a:extLst>
          </p:cNvPr>
          <p:cNvGraphicFramePr/>
          <p:nvPr/>
        </p:nvGraphicFramePr>
        <p:xfrm>
          <a:off x="712033" y="1948720"/>
          <a:ext cx="5171606" cy="4524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8113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What Helps Students Succeed in Online Classes?</vt:lpstr>
      <vt:lpstr>Motivation</vt:lpstr>
      <vt:lpstr>Data Sources</vt:lpstr>
      <vt:lpstr>Workflow</vt:lpstr>
      <vt:lpstr>The Challenge</vt:lpstr>
      <vt:lpstr>Descriptive Analysis</vt:lpstr>
      <vt:lpstr>Key Insight</vt:lpstr>
      <vt:lpstr>Advanced Analysis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269</cp:revision>
  <dcterms:created xsi:type="dcterms:W3CDTF">2025-12-07T17:51:20Z</dcterms:created>
  <dcterms:modified xsi:type="dcterms:W3CDTF">2025-12-07T21:34:08Z</dcterms:modified>
</cp:coreProperties>
</file>